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4"/>
    <p:sldMasterId id="2147483707" r:id="rId5"/>
    <p:sldMasterId id="2147483729" r:id="rId6"/>
    <p:sldMasterId id="2147483739" r:id="rId7"/>
    <p:sldMasterId id="2147483749" r:id="rId8"/>
  </p:sldMasterIdLst>
  <p:notesMasterIdLst>
    <p:notesMasterId r:id="rId13"/>
  </p:notesMasterIdLst>
  <p:sldIdLst>
    <p:sldId id="277" r:id="rId9"/>
    <p:sldId id="278" r:id="rId10"/>
    <p:sldId id="280" r:id="rId11"/>
    <p:sldId id="279" r:id="rId12"/>
  </p:sldIdLst>
  <p:sldSz cx="12192000" cy="6858000"/>
  <p:notesSz cx="7104063"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E00"/>
    <a:srgbClr val="838600"/>
    <a:srgbClr val="FDFF99"/>
    <a:srgbClr val="9AFAB1"/>
    <a:srgbClr val="ABA4F0"/>
    <a:srgbClr val="F89CED"/>
    <a:srgbClr val="FA9A9A"/>
    <a:srgbClr val="7999CB"/>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137BF4-3A73-4FD2-9A6F-8E9E299F08FD}" v="8" dt="2024-01-09T17:31:32.23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4C1A8A3-306A-4EB7-A6B1-4F7E0EB9C5D6}" styleName="Style moyen 3 - Accentuation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Style léger 2 - Accentuation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01" autoAdjust="0"/>
  </p:normalViewPr>
  <p:slideViewPr>
    <p:cSldViewPr snapToGrid="0">
      <p:cViewPr varScale="1">
        <p:scale>
          <a:sx n="86" d="100"/>
          <a:sy n="86" d="100"/>
        </p:scale>
        <p:origin x="33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n Ingé" userId="35bd7aa5-bda9-4704-8b39-3e5bb65cc55e" providerId="ADAL" clId="{C1137BF4-3A73-4FD2-9A6F-8E9E299F08FD}"/>
    <pc:docChg chg="custSel addSld delSld modSld sldOrd delMainMaster modMainMaster">
      <pc:chgData name="Julien Ingé" userId="35bd7aa5-bda9-4704-8b39-3e5bb65cc55e" providerId="ADAL" clId="{C1137BF4-3A73-4FD2-9A6F-8E9E299F08FD}" dt="2024-01-09T17:36:30.103" v="279" actId="108"/>
      <pc:docMkLst>
        <pc:docMk/>
      </pc:docMkLst>
      <pc:sldChg chg="del">
        <pc:chgData name="Julien Ingé" userId="35bd7aa5-bda9-4704-8b39-3e5bb65cc55e" providerId="ADAL" clId="{C1137BF4-3A73-4FD2-9A6F-8E9E299F08FD}" dt="2024-01-09T17:28:20.506" v="126" actId="47"/>
        <pc:sldMkLst>
          <pc:docMk/>
          <pc:sldMk cId="1480300831" sldId="256"/>
        </pc:sldMkLst>
      </pc:sldChg>
      <pc:sldChg chg="del">
        <pc:chgData name="Julien Ingé" userId="35bd7aa5-bda9-4704-8b39-3e5bb65cc55e" providerId="ADAL" clId="{C1137BF4-3A73-4FD2-9A6F-8E9E299F08FD}" dt="2024-01-09T17:29:16.763" v="141" actId="47"/>
        <pc:sldMkLst>
          <pc:docMk/>
          <pc:sldMk cId="937931618" sldId="272"/>
        </pc:sldMkLst>
      </pc:sldChg>
      <pc:sldChg chg="del">
        <pc:chgData name="Julien Ingé" userId="35bd7aa5-bda9-4704-8b39-3e5bb65cc55e" providerId="ADAL" clId="{C1137BF4-3A73-4FD2-9A6F-8E9E299F08FD}" dt="2024-01-09T17:29:17.931" v="143" actId="47"/>
        <pc:sldMkLst>
          <pc:docMk/>
          <pc:sldMk cId="249509295" sldId="273"/>
        </pc:sldMkLst>
      </pc:sldChg>
      <pc:sldChg chg="del">
        <pc:chgData name="Julien Ingé" userId="35bd7aa5-bda9-4704-8b39-3e5bb65cc55e" providerId="ADAL" clId="{C1137BF4-3A73-4FD2-9A6F-8E9E299F08FD}" dt="2024-01-09T17:29:17.331" v="142" actId="47"/>
        <pc:sldMkLst>
          <pc:docMk/>
          <pc:sldMk cId="4151811140" sldId="274"/>
        </pc:sldMkLst>
      </pc:sldChg>
      <pc:sldChg chg="del">
        <pc:chgData name="Julien Ingé" userId="35bd7aa5-bda9-4704-8b39-3e5bb65cc55e" providerId="ADAL" clId="{C1137BF4-3A73-4FD2-9A6F-8E9E299F08FD}" dt="2024-01-09T17:29:15.611" v="139" actId="47"/>
        <pc:sldMkLst>
          <pc:docMk/>
          <pc:sldMk cId="3362060714" sldId="275"/>
        </pc:sldMkLst>
      </pc:sldChg>
      <pc:sldChg chg="del">
        <pc:chgData name="Julien Ingé" userId="35bd7aa5-bda9-4704-8b39-3e5bb65cc55e" providerId="ADAL" clId="{C1137BF4-3A73-4FD2-9A6F-8E9E299F08FD}" dt="2024-01-09T17:29:16.138" v="140" actId="47"/>
        <pc:sldMkLst>
          <pc:docMk/>
          <pc:sldMk cId="3383371052" sldId="276"/>
        </pc:sldMkLst>
      </pc:sldChg>
      <pc:sldChg chg="addSp modSp new mod ord">
        <pc:chgData name="Julien Ingé" userId="35bd7aa5-bda9-4704-8b39-3e5bb65cc55e" providerId="ADAL" clId="{C1137BF4-3A73-4FD2-9A6F-8E9E299F08FD}" dt="2024-01-09T17:36:30.103" v="279" actId="108"/>
        <pc:sldMkLst>
          <pc:docMk/>
          <pc:sldMk cId="3063345779" sldId="277"/>
        </pc:sldMkLst>
        <pc:spChg chg="mod">
          <ac:chgData name="Julien Ingé" userId="35bd7aa5-bda9-4704-8b39-3e5bb65cc55e" providerId="ADAL" clId="{C1137BF4-3A73-4FD2-9A6F-8E9E299F08FD}" dt="2024-01-09T17:36:30.103" v="279" actId="108"/>
          <ac:spMkLst>
            <pc:docMk/>
            <pc:sldMk cId="3063345779" sldId="277"/>
            <ac:spMk id="2" creationId="{4B106FED-07CD-4F02-5494-A90847FEE030}"/>
          </ac:spMkLst>
        </pc:spChg>
        <pc:spChg chg="mod">
          <ac:chgData name="Julien Ingé" userId="35bd7aa5-bda9-4704-8b39-3e5bb65cc55e" providerId="ADAL" clId="{C1137BF4-3A73-4FD2-9A6F-8E9E299F08FD}" dt="2024-01-09T17:29:01.980" v="133" actId="20577"/>
          <ac:spMkLst>
            <pc:docMk/>
            <pc:sldMk cId="3063345779" sldId="277"/>
            <ac:spMk id="3" creationId="{842FCD4E-741D-1383-A6AC-44F8FDA76F86}"/>
          </ac:spMkLst>
        </pc:spChg>
        <pc:spChg chg="add mod">
          <ac:chgData name="Julien Ingé" userId="35bd7aa5-bda9-4704-8b39-3e5bb65cc55e" providerId="ADAL" clId="{C1137BF4-3A73-4FD2-9A6F-8E9E299F08FD}" dt="2024-01-09T17:27:54.148" v="122" actId="20577"/>
          <ac:spMkLst>
            <pc:docMk/>
            <pc:sldMk cId="3063345779" sldId="277"/>
            <ac:spMk id="4" creationId="{D30E2AF7-F985-9DE7-D8E1-819875CE5040}"/>
          </ac:spMkLst>
        </pc:spChg>
      </pc:sldChg>
      <pc:sldChg chg="addSp delSp modSp new mod">
        <pc:chgData name="Julien Ingé" userId="35bd7aa5-bda9-4704-8b39-3e5bb65cc55e" providerId="ADAL" clId="{C1137BF4-3A73-4FD2-9A6F-8E9E299F08FD}" dt="2024-01-09T17:30:59.745" v="216"/>
        <pc:sldMkLst>
          <pc:docMk/>
          <pc:sldMk cId="3446220963" sldId="278"/>
        </pc:sldMkLst>
        <pc:spChg chg="del">
          <ac:chgData name="Julien Ingé" userId="35bd7aa5-bda9-4704-8b39-3e5bb65cc55e" providerId="ADAL" clId="{C1137BF4-3A73-4FD2-9A6F-8E9E299F08FD}" dt="2024-01-09T17:28:16.237" v="125" actId="478"/>
          <ac:spMkLst>
            <pc:docMk/>
            <pc:sldMk cId="3446220963" sldId="278"/>
            <ac:spMk id="2" creationId="{2E0F32F0-34BC-0F6A-DE2A-CA6F86A198E1}"/>
          </ac:spMkLst>
        </pc:spChg>
        <pc:spChg chg="del">
          <ac:chgData name="Julien Ingé" userId="35bd7aa5-bda9-4704-8b39-3e5bb65cc55e" providerId="ADAL" clId="{C1137BF4-3A73-4FD2-9A6F-8E9E299F08FD}" dt="2024-01-09T17:28:13.212" v="124" actId="478"/>
          <ac:spMkLst>
            <pc:docMk/>
            <pc:sldMk cId="3446220963" sldId="278"/>
            <ac:spMk id="3" creationId="{14ED201F-2AD0-44C7-404B-733EACDF25EB}"/>
          </ac:spMkLst>
        </pc:spChg>
        <pc:spChg chg="mod">
          <ac:chgData name="Julien Ingé" userId="35bd7aa5-bda9-4704-8b39-3e5bb65cc55e" providerId="ADAL" clId="{C1137BF4-3A73-4FD2-9A6F-8E9E299F08FD}" dt="2024-01-09T17:29:06.924" v="136" actId="20577"/>
          <ac:spMkLst>
            <pc:docMk/>
            <pc:sldMk cId="3446220963" sldId="278"/>
            <ac:spMk id="5" creationId="{7042B4E3-2017-43BA-FC2A-46DE1A381A1F}"/>
          </ac:spMkLst>
        </pc:spChg>
        <pc:spChg chg="add mod">
          <ac:chgData name="Julien Ingé" userId="35bd7aa5-bda9-4704-8b39-3e5bb65cc55e" providerId="ADAL" clId="{C1137BF4-3A73-4FD2-9A6F-8E9E299F08FD}" dt="2024-01-09T17:28:34.969" v="127"/>
          <ac:spMkLst>
            <pc:docMk/>
            <pc:sldMk cId="3446220963" sldId="278"/>
            <ac:spMk id="6" creationId="{5BD46CBD-63D2-452C-5A37-2E6857F55939}"/>
          </ac:spMkLst>
        </pc:spChg>
        <pc:spChg chg="add mod">
          <ac:chgData name="Julien Ingé" userId="35bd7aa5-bda9-4704-8b39-3e5bb65cc55e" providerId="ADAL" clId="{C1137BF4-3A73-4FD2-9A6F-8E9E299F08FD}" dt="2024-01-09T17:28:34.969" v="127"/>
          <ac:spMkLst>
            <pc:docMk/>
            <pc:sldMk cId="3446220963" sldId="278"/>
            <ac:spMk id="7" creationId="{78AEBC48-9F94-9C84-A23E-D344DE048DE7}"/>
          </ac:spMkLst>
        </pc:spChg>
        <pc:spChg chg="add mod">
          <ac:chgData name="Julien Ingé" userId="35bd7aa5-bda9-4704-8b39-3e5bb65cc55e" providerId="ADAL" clId="{C1137BF4-3A73-4FD2-9A6F-8E9E299F08FD}" dt="2024-01-09T17:28:34.969" v="127"/>
          <ac:spMkLst>
            <pc:docMk/>
            <pc:sldMk cId="3446220963" sldId="278"/>
            <ac:spMk id="8" creationId="{7B205DD8-59CF-D8C0-1655-B8875EB00D67}"/>
          </ac:spMkLst>
        </pc:spChg>
        <pc:spChg chg="add mod">
          <ac:chgData name="Julien Ingé" userId="35bd7aa5-bda9-4704-8b39-3e5bb65cc55e" providerId="ADAL" clId="{C1137BF4-3A73-4FD2-9A6F-8E9E299F08FD}" dt="2024-01-09T17:28:34.969" v="127"/>
          <ac:spMkLst>
            <pc:docMk/>
            <pc:sldMk cId="3446220963" sldId="278"/>
            <ac:spMk id="9" creationId="{B6E449F4-C2C0-63F5-0249-4B576EABA11A}"/>
          </ac:spMkLst>
        </pc:spChg>
        <pc:spChg chg="add mod">
          <ac:chgData name="Julien Ingé" userId="35bd7aa5-bda9-4704-8b39-3e5bb65cc55e" providerId="ADAL" clId="{C1137BF4-3A73-4FD2-9A6F-8E9E299F08FD}" dt="2024-01-09T17:28:34.969" v="127"/>
          <ac:spMkLst>
            <pc:docMk/>
            <pc:sldMk cId="3446220963" sldId="278"/>
            <ac:spMk id="10" creationId="{16F9CB9B-887B-4933-9E1D-00E519B09260}"/>
          </ac:spMkLst>
        </pc:spChg>
        <pc:spChg chg="add mod">
          <ac:chgData name="Julien Ingé" userId="35bd7aa5-bda9-4704-8b39-3e5bb65cc55e" providerId="ADAL" clId="{C1137BF4-3A73-4FD2-9A6F-8E9E299F08FD}" dt="2024-01-09T17:28:34.969" v="127"/>
          <ac:spMkLst>
            <pc:docMk/>
            <pc:sldMk cId="3446220963" sldId="278"/>
            <ac:spMk id="11" creationId="{9AA42436-0DAE-D359-DBA6-4C0736DB0574}"/>
          </ac:spMkLst>
        </pc:spChg>
        <pc:spChg chg="add mod">
          <ac:chgData name="Julien Ingé" userId="35bd7aa5-bda9-4704-8b39-3e5bb65cc55e" providerId="ADAL" clId="{C1137BF4-3A73-4FD2-9A6F-8E9E299F08FD}" dt="2024-01-09T17:28:34.969" v="127"/>
          <ac:spMkLst>
            <pc:docMk/>
            <pc:sldMk cId="3446220963" sldId="278"/>
            <ac:spMk id="15" creationId="{FB076DA3-AD92-1A21-F8FC-5C4BB23A19BA}"/>
          </ac:spMkLst>
        </pc:spChg>
        <pc:spChg chg="add mod">
          <ac:chgData name="Julien Ingé" userId="35bd7aa5-bda9-4704-8b39-3e5bb65cc55e" providerId="ADAL" clId="{C1137BF4-3A73-4FD2-9A6F-8E9E299F08FD}" dt="2024-01-09T17:28:34.969" v="127"/>
          <ac:spMkLst>
            <pc:docMk/>
            <pc:sldMk cId="3446220963" sldId="278"/>
            <ac:spMk id="16" creationId="{3785460C-D6DD-579D-3B95-ACC7A2A6B602}"/>
          </ac:spMkLst>
        </pc:spChg>
        <pc:spChg chg="add mod">
          <ac:chgData name="Julien Ingé" userId="35bd7aa5-bda9-4704-8b39-3e5bb65cc55e" providerId="ADAL" clId="{C1137BF4-3A73-4FD2-9A6F-8E9E299F08FD}" dt="2024-01-09T17:28:34.969" v="127"/>
          <ac:spMkLst>
            <pc:docMk/>
            <pc:sldMk cId="3446220963" sldId="278"/>
            <ac:spMk id="17" creationId="{7DCF1631-2C34-FB01-E0D0-3CC93FB57E63}"/>
          </ac:spMkLst>
        </pc:spChg>
        <pc:spChg chg="add mod">
          <ac:chgData name="Julien Ingé" userId="35bd7aa5-bda9-4704-8b39-3e5bb65cc55e" providerId="ADAL" clId="{C1137BF4-3A73-4FD2-9A6F-8E9E299F08FD}" dt="2024-01-09T17:28:34.969" v="127"/>
          <ac:spMkLst>
            <pc:docMk/>
            <pc:sldMk cId="3446220963" sldId="278"/>
            <ac:spMk id="18" creationId="{6BC455E7-8B00-FDFE-599C-4E0BE9C16E2B}"/>
          </ac:spMkLst>
        </pc:spChg>
        <pc:spChg chg="add mod">
          <ac:chgData name="Julien Ingé" userId="35bd7aa5-bda9-4704-8b39-3e5bb65cc55e" providerId="ADAL" clId="{C1137BF4-3A73-4FD2-9A6F-8E9E299F08FD}" dt="2024-01-09T17:28:34.969" v="127"/>
          <ac:spMkLst>
            <pc:docMk/>
            <pc:sldMk cId="3446220963" sldId="278"/>
            <ac:spMk id="19" creationId="{1DBC0CB5-AEEE-C268-EFB7-5CD6EE3F2241}"/>
          </ac:spMkLst>
        </pc:spChg>
        <pc:spChg chg="add mod">
          <ac:chgData name="Julien Ingé" userId="35bd7aa5-bda9-4704-8b39-3e5bb65cc55e" providerId="ADAL" clId="{C1137BF4-3A73-4FD2-9A6F-8E9E299F08FD}" dt="2024-01-09T17:28:34.969" v="127"/>
          <ac:spMkLst>
            <pc:docMk/>
            <pc:sldMk cId="3446220963" sldId="278"/>
            <ac:spMk id="20" creationId="{F3BF5AFA-3C0B-82B5-E785-17FA3DF51DA9}"/>
          </ac:spMkLst>
        </pc:spChg>
        <pc:spChg chg="add mod">
          <ac:chgData name="Julien Ingé" userId="35bd7aa5-bda9-4704-8b39-3e5bb65cc55e" providerId="ADAL" clId="{C1137BF4-3A73-4FD2-9A6F-8E9E299F08FD}" dt="2024-01-09T17:28:34.969" v="127"/>
          <ac:spMkLst>
            <pc:docMk/>
            <pc:sldMk cId="3446220963" sldId="278"/>
            <ac:spMk id="21" creationId="{BCF90A4A-440C-82D6-A152-89B214BB79C7}"/>
          </ac:spMkLst>
        </pc:spChg>
        <pc:spChg chg="add mod">
          <ac:chgData name="Julien Ingé" userId="35bd7aa5-bda9-4704-8b39-3e5bb65cc55e" providerId="ADAL" clId="{C1137BF4-3A73-4FD2-9A6F-8E9E299F08FD}" dt="2024-01-09T17:28:34.969" v="127"/>
          <ac:spMkLst>
            <pc:docMk/>
            <pc:sldMk cId="3446220963" sldId="278"/>
            <ac:spMk id="22" creationId="{DA2D10D9-D996-C5A0-497D-C39927D179B4}"/>
          </ac:spMkLst>
        </pc:spChg>
        <pc:spChg chg="add mod">
          <ac:chgData name="Julien Ingé" userId="35bd7aa5-bda9-4704-8b39-3e5bb65cc55e" providerId="ADAL" clId="{C1137BF4-3A73-4FD2-9A6F-8E9E299F08FD}" dt="2024-01-09T17:28:34.969" v="127"/>
          <ac:spMkLst>
            <pc:docMk/>
            <pc:sldMk cId="3446220963" sldId="278"/>
            <ac:spMk id="23" creationId="{314A0B75-67D7-E029-87B9-EAD47202603A}"/>
          </ac:spMkLst>
        </pc:spChg>
        <pc:spChg chg="add mod">
          <ac:chgData name="Julien Ingé" userId="35bd7aa5-bda9-4704-8b39-3e5bb65cc55e" providerId="ADAL" clId="{C1137BF4-3A73-4FD2-9A6F-8E9E299F08FD}" dt="2024-01-09T17:28:34.969" v="127"/>
          <ac:spMkLst>
            <pc:docMk/>
            <pc:sldMk cId="3446220963" sldId="278"/>
            <ac:spMk id="24" creationId="{0FF58C96-03FD-8DBB-4E8B-B58D16AD55E5}"/>
          </ac:spMkLst>
        </pc:spChg>
        <pc:spChg chg="add mod">
          <ac:chgData name="Julien Ingé" userId="35bd7aa5-bda9-4704-8b39-3e5bb65cc55e" providerId="ADAL" clId="{C1137BF4-3A73-4FD2-9A6F-8E9E299F08FD}" dt="2024-01-09T17:28:34.969" v="127"/>
          <ac:spMkLst>
            <pc:docMk/>
            <pc:sldMk cId="3446220963" sldId="278"/>
            <ac:spMk id="25" creationId="{EE27B214-A2EB-32A3-D186-B989CF1E8FA9}"/>
          </ac:spMkLst>
        </pc:spChg>
        <pc:spChg chg="add mod">
          <ac:chgData name="Julien Ingé" userId="35bd7aa5-bda9-4704-8b39-3e5bb65cc55e" providerId="ADAL" clId="{C1137BF4-3A73-4FD2-9A6F-8E9E299F08FD}" dt="2024-01-09T17:28:34.969" v="127"/>
          <ac:spMkLst>
            <pc:docMk/>
            <pc:sldMk cId="3446220963" sldId="278"/>
            <ac:spMk id="26" creationId="{C2B364AA-60FD-B2A1-D579-11FEDE00D6C6}"/>
          </ac:spMkLst>
        </pc:spChg>
        <pc:spChg chg="add mod">
          <ac:chgData name="Julien Ingé" userId="35bd7aa5-bda9-4704-8b39-3e5bb65cc55e" providerId="ADAL" clId="{C1137BF4-3A73-4FD2-9A6F-8E9E299F08FD}" dt="2024-01-09T17:30:59.745" v="216"/>
          <ac:spMkLst>
            <pc:docMk/>
            <pc:sldMk cId="3446220963" sldId="278"/>
            <ac:spMk id="27" creationId="{698E5BE7-8410-1E9E-611B-AA2A07FFF15B}"/>
          </ac:spMkLst>
        </pc:spChg>
        <pc:cxnChg chg="add mod">
          <ac:chgData name="Julien Ingé" userId="35bd7aa5-bda9-4704-8b39-3e5bb65cc55e" providerId="ADAL" clId="{C1137BF4-3A73-4FD2-9A6F-8E9E299F08FD}" dt="2024-01-09T17:28:34.969" v="127"/>
          <ac:cxnSpMkLst>
            <pc:docMk/>
            <pc:sldMk cId="3446220963" sldId="278"/>
            <ac:cxnSpMk id="12" creationId="{EFA8767C-09B9-5BAC-5082-ACEA88ABEEE2}"/>
          </ac:cxnSpMkLst>
        </pc:cxnChg>
        <pc:cxnChg chg="add mod">
          <ac:chgData name="Julien Ingé" userId="35bd7aa5-bda9-4704-8b39-3e5bb65cc55e" providerId="ADAL" clId="{C1137BF4-3A73-4FD2-9A6F-8E9E299F08FD}" dt="2024-01-09T17:28:34.969" v="127"/>
          <ac:cxnSpMkLst>
            <pc:docMk/>
            <pc:sldMk cId="3446220963" sldId="278"/>
            <ac:cxnSpMk id="13" creationId="{3906201C-5A39-E2A0-E664-4CE5E110BA6A}"/>
          </ac:cxnSpMkLst>
        </pc:cxnChg>
        <pc:cxnChg chg="add mod">
          <ac:chgData name="Julien Ingé" userId="35bd7aa5-bda9-4704-8b39-3e5bb65cc55e" providerId="ADAL" clId="{C1137BF4-3A73-4FD2-9A6F-8E9E299F08FD}" dt="2024-01-09T17:28:34.969" v="127"/>
          <ac:cxnSpMkLst>
            <pc:docMk/>
            <pc:sldMk cId="3446220963" sldId="278"/>
            <ac:cxnSpMk id="14" creationId="{3816DEF9-52BE-D8CC-7269-DFDB53A65FA4}"/>
          </ac:cxnSpMkLst>
        </pc:cxnChg>
      </pc:sldChg>
      <pc:sldChg chg="addSp delSp modSp new mod">
        <pc:chgData name="Julien Ingé" userId="35bd7aa5-bda9-4704-8b39-3e5bb65cc55e" providerId="ADAL" clId="{C1137BF4-3A73-4FD2-9A6F-8E9E299F08FD}" dt="2024-01-09T17:31:52.052" v="277" actId="20577"/>
        <pc:sldMkLst>
          <pc:docMk/>
          <pc:sldMk cId="3881065031" sldId="279"/>
        </pc:sldMkLst>
        <pc:spChg chg="del">
          <ac:chgData name="Julien Ingé" userId="35bd7aa5-bda9-4704-8b39-3e5bb65cc55e" providerId="ADAL" clId="{C1137BF4-3A73-4FD2-9A6F-8E9E299F08FD}" dt="2024-01-09T17:30:51.088" v="214" actId="478"/>
          <ac:spMkLst>
            <pc:docMk/>
            <pc:sldMk cId="3881065031" sldId="279"/>
            <ac:spMk id="2" creationId="{3C6A11CF-C53F-CBB6-CD0E-BECA73D59907}"/>
          </ac:spMkLst>
        </pc:spChg>
        <pc:spChg chg="del">
          <ac:chgData name="Julien Ingé" userId="35bd7aa5-bda9-4704-8b39-3e5bb65cc55e" providerId="ADAL" clId="{C1137BF4-3A73-4FD2-9A6F-8E9E299F08FD}" dt="2024-01-09T17:30:52.824" v="215" actId="478"/>
          <ac:spMkLst>
            <pc:docMk/>
            <pc:sldMk cId="3881065031" sldId="279"/>
            <ac:spMk id="3" creationId="{BA29361E-0F3F-A981-AB9F-594D76D7EB26}"/>
          </ac:spMkLst>
        </pc:spChg>
        <pc:spChg chg="mod">
          <ac:chgData name="Julien Ingé" userId="35bd7aa5-bda9-4704-8b39-3e5bb65cc55e" providerId="ADAL" clId="{C1137BF4-3A73-4FD2-9A6F-8E9E299F08FD}" dt="2024-01-09T17:30:04.244" v="170" actId="27636"/>
          <ac:spMkLst>
            <pc:docMk/>
            <pc:sldMk cId="3881065031" sldId="279"/>
            <ac:spMk id="5" creationId="{1E62943D-41D6-03BC-323E-3D051594746B}"/>
          </ac:spMkLst>
        </pc:spChg>
        <pc:spChg chg="add del mod">
          <ac:chgData name="Julien Ingé" userId="35bd7aa5-bda9-4704-8b39-3e5bb65cc55e" providerId="ADAL" clId="{C1137BF4-3A73-4FD2-9A6F-8E9E299F08FD}" dt="2024-01-09T17:31:26.018" v="228" actId="478"/>
          <ac:spMkLst>
            <pc:docMk/>
            <pc:sldMk cId="3881065031" sldId="279"/>
            <ac:spMk id="6" creationId="{D34D9401-CA08-B94B-1C50-78A8864B1657}"/>
          </ac:spMkLst>
        </pc:spChg>
        <pc:spChg chg="add del mod">
          <ac:chgData name="Julien Ingé" userId="35bd7aa5-bda9-4704-8b39-3e5bb65cc55e" providerId="ADAL" clId="{C1137BF4-3A73-4FD2-9A6F-8E9E299F08FD}" dt="2024-01-09T17:31:26.018" v="228" actId="478"/>
          <ac:spMkLst>
            <pc:docMk/>
            <pc:sldMk cId="3881065031" sldId="279"/>
            <ac:spMk id="7" creationId="{742A1550-81A3-4AD2-FCBF-74AAA3D5364F}"/>
          </ac:spMkLst>
        </pc:spChg>
        <pc:spChg chg="add del mod">
          <ac:chgData name="Julien Ingé" userId="35bd7aa5-bda9-4704-8b39-3e5bb65cc55e" providerId="ADAL" clId="{C1137BF4-3A73-4FD2-9A6F-8E9E299F08FD}" dt="2024-01-09T17:31:26.018" v="228" actId="478"/>
          <ac:spMkLst>
            <pc:docMk/>
            <pc:sldMk cId="3881065031" sldId="279"/>
            <ac:spMk id="8" creationId="{D9B4BA09-A0EC-C55F-B995-AD8F4A0C7F21}"/>
          </ac:spMkLst>
        </pc:spChg>
        <pc:spChg chg="add del mod">
          <ac:chgData name="Julien Ingé" userId="35bd7aa5-bda9-4704-8b39-3e5bb65cc55e" providerId="ADAL" clId="{C1137BF4-3A73-4FD2-9A6F-8E9E299F08FD}" dt="2024-01-09T17:31:26.018" v="228" actId="478"/>
          <ac:spMkLst>
            <pc:docMk/>
            <pc:sldMk cId="3881065031" sldId="279"/>
            <ac:spMk id="9" creationId="{D2A45517-E0E8-D2DC-344D-D2F9C6CDB049}"/>
          </ac:spMkLst>
        </pc:spChg>
        <pc:spChg chg="add del mod">
          <ac:chgData name="Julien Ingé" userId="35bd7aa5-bda9-4704-8b39-3e5bb65cc55e" providerId="ADAL" clId="{C1137BF4-3A73-4FD2-9A6F-8E9E299F08FD}" dt="2024-01-09T17:31:26.018" v="228" actId="478"/>
          <ac:spMkLst>
            <pc:docMk/>
            <pc:sldMk cId="3881065031" sldId="279"/>
            <ac:spMk id="10" creationId="{48666E67-B86E-03F7-5CEF-21C1B8AF42BB}"/>
          </ac:spMkLst>
        </pc:spChg>
        <pc:spChg chg="add del mod">
          <ac:chgData name="Julien Ingé" userId="35bd7aa5-bda9-4704-8b39-3e5bb65cc55e" providerId="ADAL" clId="{C1137BF4-3A73-4FD2-9A6F-8E9E299F08FD}" dt="2024-01-09T17:31:26.018" v="228" actId="478"/>
          <ac:spMkLst>
            <pc:docMk/>
            <pc:sldMk cId="3881065031" sldId="279"/>
            <ac:spMk id="11" creationId="{2DB3140B-AD39-6B13-0941-C5789ADA4670}"/>
          </ac:spMkLst>
        </pc:spChg>
        <pc:spChg chg="add mod">
          <ac:chgData name="Julien Ingé" userId="35bd7aa5-bda9-4704-8b39-3e5bb65cc55e" providerId="ADAL" clId="{C1137BF4-3A73-4FD2-9A6F-8E9E299F08FD}" dt="2024-01-09T17:31:02.985" v="218"/>
          <ac:spMkLst>
            <pc:docMk/>
            <pc:sldMk cId="3881065031" sldId="279"/>
            <ac:spMk id="12" creationId="{B5FEE312-1A6F-2407-C7BA-597285DF856B}"/>
          </ac:spMkLst>
        </pc:spChg>
        <pc:spChg chg="add mod">
          <ac:chgData name="Julien Ingé" userId="35bd7aa5-bda9-4704-8b39-3e5bb65cc55e" providerId="ADAL" clId="{C1137BF4-3A73-4FD2-9A6F-8E9E299F08FD}" dt="2024-01-09T17:31:32.232" v="229"/>
          <ac:spMkLst>
            <pc:docMk/>
            <pc:sldMk cId="3881065031" sldId="279"/>
            <ac:spMk id="13" creationId="{5A8B5787-05FE-6C12-D818-7683AEBCE8AD}"/>
          </ac:spMkLst>
        </pc:spChg>
        <pc:spChg chg="add mod">
          <ac:chgData name="Julien Ingé" userId="35bd7aa5-bda9-4704-8b39-3e5bb65cc55e" providerId="ADAL" clId="{C1137BF4-3A73-4FD2-9A6F-8E9E299F08FD}" dt="2024-01-09T17:31:32.232" v="229"/>
          <ac:spMkLst>
            <pc:docMk/>
            <pc:sldMk cId="3881065031" sldId="279"/>
            <ac:spMk id="14" creationId="{E5D6EFEA-15B0-FAF8-586E-2646AC7E693A}"/>
          </ac:spMkLst>
        </pc:spChg>
        <pc:spChg chg="add mod">
          <ac:chgData name="Julien Ingé" userId="35bd7aa5-bda9-4704-8b39-3e5bb65cc55e" providerId="ADAL" clId="{C1137BF4-3A73-4FD2-9A6F-8E9E299F08FD}" dt="2024-01-09T17:31:32.232" v="229"/>
          <ac:spMkLst>
            <pc:docMk/>
            <pc:sldMk cId="3881065031" sldId="279"/>
            <ac:spMk id="15" creationId="{41035872-AD93-1274-609E-82655CB29AA4}"/>
          </ac:spMkLst>
        </pc:spChg>
        <pc:spChg chg="add mod">
          <ac:chgData name="Julien Ingé" userId="35bd7aa5-bda9-4704-8b39-3e5bb65cc55e" providerId="ADAL" clId="{C1137BF4-3A73-4FD2-9A6F-8E9E299F08FD}" dt="2024-01-09T17:31:32.232" v="229"/>
          <ac:spMkLst>
            <pc:docMk/>
            <pc:sldMk cId="3881065031" sldId="279"/>
            <ac:spMk id="16" creationId="{343C4086-6095-5763-137E-EEAAD7EFA3A8}"/>
          </ac:spMkLst>
        </pc:spChg>
        <pc:spChg chg="add mod">
          <ac:chgData name="Julien Ingé" userId="35bd7aa5-bda9-4704-8b39-3e5bb65cc55e" providerId="ADAL" clId="{C1137BF4-3A73-4FD2-9A6F-8E9E299F08FD}" dt="2024-01-09T17:31:40.206" v="246" actId="20577"/>
          <ac:spMkLst>
            <pc:docMk/>
            <pc:sldMk cId="3881065031" sldId="279"/>
            <ac:spMk id="17" creationId="{45023148-2019-E580-925C-5E7E2830FFC0}"/>
          </ac:spMkLst>
        </pc:spChg>
        <pc:spChg chg="add mod">
          <ac:chgData name="Julien Ingé" userId="35bd7aa5-bda9-4704-8b39-3e5bb65cc55e" providerId="ADAL" clId="{C1137BF4-3A73-4FD2-9A6F-8E9E299F08FD}" dt="2024-01-09T17:31:52.052" v="277" actId="20577"/>
          <ac:spMkLst>
            <pc:docMk/>
            <pc:sldMk cId="3881065031" sldId="279"/>
            <ac:spMk id="18" creationId="{DC12BE20-D207-4CD8-6C94-A001EB81B761}"/>
          </ac:spMkLst>
        </pc:spChg>
      </pc:sldChg>
      <pc:sldChg chg="addSp delSp modSp new mod ord">
        <pc:chgData name="Julien Ingé" userId="35bd7aa5-bda9-4704-8b39-3e5bb65cc55e" providerId="ADAL" clId="{C1137BF4-3A73-4FD2-9A6F-8E9E299F08FD}" dt="2024-01-09T17:31:20.097" v="227" actId="1035"/>
        <pc:sldMkLst>
          <pc:docMk/>
          <pc:sldMk cId="1414516367" sldId="280"/>
        </pc:sldMkLst>
        <pc:spChg chg="del">
          <ac:chgData name="Julien Ingé" userId="35bd7aa5-bda9-4704-8b39-3e5bb65cc55e" providerId="ADAL" clId="{C1137BF4-3A73-4FD2-9A6F-8E9E299F08FD}" dt="2024-01-09T17:29:49.578" v="152" actId="478"/>
          <ac:spMkLst>
            <pc:docMk/>
            <pc:sldMk cId="1414516367" sldId="280"/>
            <ac:spMk id="2" creationId="{3D667E87-EB5A-FA92-C336-26EFB447A2D0}"/>
          </ac:spMkLst>
        </pc:spChg>
        <pc:spChg chg="del">
          <ac:chgData name="Julien Ingé" userId="35bd7aa5-bda9-4704-8b39-3e5bb65cc55e" providerId="ADAL" clId="{C1137BF4-3A73-4FD2-9A6F-8E9E299F08FD}" dt="2024-01-09T17:29:46.685" v="151" actId="478"/>
          <ac:spMkLst>
            <pc:docMk/>
            <pc:sldMk cId="1414516367" sldId="280"/>
            <ac:spMk id="3" creationId="{BEA57B9D-7FEC-EB7F-7116-2711899F43D4}"/>
          </ac:spMkLst>
        </pc:spChg>
        <pc:spChg chg="mod">
          <ac:chgData name="Julien Ingé" userId="35bd7aa5-bda9-4704-8b39-3e5bb65cc55e" providerId="ADAL" clId="{C1137BF4-3A73-4FD2-9A6F-8E9E299F08FD}" dt="2024-01-09T17:29:32.472" v="148" actId="20577"/>
          <ac:spMkLst>
            <pc:docMk/>
            <pc:sldMk cId="1414516367" sldId="280"/>
            <ac:spMk id="5" creationId="{71F4CC16-A24B-2DB2-B993-9C9D5B37130D}"/>
          </ac:spMkLst>
        </pc:spChg>
        <pc:spChg chg="add mod">
          <ac:chgData name="Julien Ingé" userId="35bd7aa5-bda9-4704-8b39-3e5bb65cc55e" providerId="ADAL" clId="{C1137BF4-3A73-4FD2-9A6F-8E9E299F08FD}" dt="2024-01-09T17:31:20.097" v="227" actId="1035"/>
          <ac:spMkLst>
            <pc:docMk/>
            <pc:sldMk cId="1414516367" sldId="280"/>
            <ac:spMk id="6" creationId="{591304BB-822F-C3BD-32EB-82A93DD1EB50}"/>
          </ac:spMkLst>
        </pc:spChg>
        <pc:spChg chg="add mod">
          <ac:chgData name="Julien Ingé" userId="35bd7aa5-bda9-4704-8b39-3e5bb65cc55e" providerId="ADAL" clId="{C1137BF4-3A73-4FD2-9A6F-8E9E299F08FD}" dt="2024-01-09T17:31:20.097" v="227" actId="1035"/>
          <ac:spMkLst>
            <pc:docMk/>
            <pc:sldMk cId="1414516367" sldId="280"/>
            <ac:spMk id="7" creationId="{824141A8-33D1-9E83-E93A-64FA03D10100}"/>
          </ac:spMkLst>
        </pc:spChg>
        <pc:spChg chg="add mod">
          <ac:chgData name="Julien Ingé" userId="35bd7aa5-bda9-4704-8b39-3e5bb65cc55e" providerId="ADAL" clId="{C1137BF4-3A73-4FD2-9A6F-8E9E299F08FD}" dt="2024-01-09T17:31:20.097" v="227" actId="1035"/>
          <ac:spMkLst>
            <pc:docMk/>
            <pc:sldMk cId="1414516367" sldId="280"/>
            <ac:spMk id="8" creationId="{8DAB3F60-FE36-90D5-BB65-B33740DE194F}"/>
          </ac:spMkLst>
        </pc:spChg>
        <pc:spChg chg="add mod">
          <ac:chgData name="Julien Ingé" userId="35bd7aa5-bda9-4704-8b39-3e5bb65cc55e" providerId="ADAL" clId="{C1137BF4-3A73-4FD2-9A6F-8E9E299F08FD}" dt="2024-01-09T17:31:20.097" v="227" actId="1035"/>
          <ac:spMkLst>
            <pc:docMk/>
            <pc:sldMk cId="1414516367" sldId="280"/>
            <ac:spMk id="9" creationId="{7D58E642-EA02-BEB2-5BAD-D25FE1FCB441}"/>
          </ac:spMkLst>
        </pc:spChg>
        <pc:spChg chg="add mod">
          <ac:chgData name="Julien Ingé" userId="35bd7aa5-bda9-4704-8b39-3e5bb65cc55e" providerId="ADAL" clId="{C1137BF4-3A73-4FD2-9A6F-8E9E299F08FD}" dt="2024-01-09T17:31:20.097" v="227" actId="1035"/>
          <ac:spMkLst>
            <pc:docMk/>
            <pc:sldMk cId="1414516367" sldId="280"/>
            <ac:spMk id="10" creationId="{EC53918F-A18E-93F8-E501-62E8E4BC756A}"/>
          </ac:spMkLst>
        </pc:spChg>
        <pc:spChg chg="add mod">
          <ac:chgData name="Julien Ingé" userId="35bd7aa5-bda9-4704-8b39-3e5bb65cc55e" providerId="ADAL" clId="{C1137BF4-3A73-4FD2-9A6F-8E9E299F08FD}" dt="2024-01-09T17:31:20.097" v="227" actId="1035"/>
          <ac:spMkLst>
            <pc:docMk/>
            <pc:sldMk cId="1414516367" sldId="280"/>
            <ac:spMk id="11" creationId="{454334BD-B86D-BC1C-0F95-6FE902A938A3}"/>
          </ac:spMkLst>
        </pc:spChg>
        <pc:spChg chg="add mod">
          <ac:chgData name="Julien Ingé" userId="35bd7aa5-bda9-4704-8b39-3e5bb65cc55e" providerId="ADAL" clId="{C1137BF4-3A73-4FD2-9A6F-8E9E299F08FD}" dt="2024-01-09T17:31:01.700" v="217"/>
          <ac:spMkLst>
            <pc:docMk/>
            <pc:sldMk cId="1414516367" sldId="280"/>
            <ac:spMk id="12" creationId="{1277ED14-9B35-0188-D139-99F58E1AF91B}"/>
          </ac:spMkLst>
        </pc:spChg>
      </pc:sldChg>
      <pc:sldMasterChg chg="del delSldLayout">
        <pc:chgData name="Julien Ingé" userId="35bd7aa5-bda9-4704-8b39-3e5bb65cc55e" providerId="ADAL" clId="{C1137BF4-3A73-4FD2-9A6F-8E9E299F08FD}" dt="2024-01-09T17:29:16.138" v="140" actId="47"/>
        <pc:sldMasterMkLst>
          <pc:docMk/>
          <pc:sldMasterMk cId="17552382" sldId="2147483648"/>
        </pc:sldMasterMkLst>
        <pc:sldLayoutChg chg="del">
          <pc:chgData name="Julien Ingé" userId="35bd7aa5-bda9-4704-8b39-3e5bb65cc55e" providerId="ADAL" clId="{C1137BF4-3A73-4FD2-9A6F-8E9E299F08FD}" dt="2024-01-09T17:29:16.138" v="140" actId="47"/>
          <pc:sldLayoutMkLst>
            <pc:docMk/>
            <pc:sldMasterMk cId="17552382" sldId="2147483648"/>
            <pc:sldLayoutMk cId="3090060868" sldId="2147483684"/>
          </pc:sldLayoutMkLst>
        </pc:sldLayoutChg>
        <pc:sldLayoutChg chg="del">
          <pc:chgData name="Julien Ingé" userId="35bd7aa5-bda9-4704-8b39-3e5bb65cc55e" providerId="ADAL" clId="{C1137BF4-3A73-4FD2-9A6F-8E9E299F08FD}" dt="2024-01-09T17:29:16.138" v="140" actId="47"/>
          <pc:sldLayoutMkLst>
            <pc:docMk/>
            <pc:sldMasterMk cId="17552382" sldId="2147483648"/>
            <pc:sldLayoutMk cId="3684289186" sldId="2147483764"/>
          </pc:sldLayoutMkLst>
        </pc:sldLayoutChg>
      </pc:sldMasterChg>
      <pc:sldMasterChg chg="modSldLayout">
        <pc:chgData name="Julien Ingé" userId="35bd7aa5-bda9-4704-8b39-3e5bb65cc55e" providerId="ADAL" clId="{C1137BF4-3A73-4FD2-9A6F-8E9E299F08FD}" dt="2024-01-09T17:27:49.127" v="121" actId="478"/>
        <pc:sldMasterMkLst>
          <pc:docMk/>
          <pc:sldMasterMk cId="1883923277" sldId="2147483718"/>
        </pc:sldMasterMkLst>
        <pc:sldLayoutChg chg="delSp mod">
          <pc:chgData name="Julien Ingé" userId="35bd7aa5-bda9-4704-8b39-3e5bb65cc55e" providerId="ADAL" clId="{C1137BF4-3A73-4FD2-9A6F-8E9E299F08FD}" dt="2024-01-09T17:27:49.127" v="121" actId="478"/>
          <pc:sldLayoutMkLst>
            <pc:docMk/>
            <pc:sldMasterMk cId="1883923277" sldId="2147483718"/>
            <pc:sldLayoutMk cId="2411717229" sldId="2147483720"/>
          </pc:sldLayoutMkLst>
          <pc:spChg chg="del">
            <ac:chgData name="Julien Ingé" userId="35bd7aa5-bda9-4704-8b39-3e5bb65cc55e" providerId="ADAL" clId="{C1137BF4-3A73-4FD2-9A6F-8E9E299F08FD}" dt="2024-01-09T17:27:49.127" v="121" actId="478"/>
            <ac:spMkLst>
              <pc:docMk/>
              <pc:sldMasterMk cId="1883923277" sldId="2147483718"/>
              <pc:sldLayoutMk cId="2411717229" sldId="2147483720"/>
              <ac:spMk id="19" creationId="{BE625E3B-0104-4027-D0CF-0BBC92DE7DC1}"/>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fr-FR"/>
          </a:p>
        </p:txBody>
      </p:sp>
      <p:sp>
        <p:nvSpPr>
          <p:cNvPr id="3" name="Espace réservé de la date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55263380-8711-4FF7-A410-C8702D426F9F}" type="datetimeFigureOut">
              <a:rPr lang="fr-FR" smtClean="0"/>
              <a:t>09/01/2024</a:t>
            </a:fld>
            <a:endParaRPr lang="fr-FR"/>
          </a:p>
        </p:txBody>
      </p:sp>
      <p:sp>
        <p:nvSpPr>
          <p:cNvPr id="4" name="Espace réservé de l'image des diapositives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fr-FR"/>
          </a:p>
        </p:txBody>
      </p:sp>
      <p:sp>
        <p:nvSpPr>
          <p:cNvPr id="5" name="Espace réservé des notes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E09FB9EA-F47A-4084-8638-C772B4EA0186}" type="slidenum">
              <a:rPr lang="fr-FR" smtClean="0"/>
              <a:t>‹N°›</a:t>
            </a:fld>
            <a:endParaRPr lang="fr-FR"/>
          </a:p>
        </p:txBody>
      </p:sp>
    </p:spTree>
    <p:extLst>
      <p:ext uri="{BB962C8B-B14F-4D97-AF65-F5344CB8AC3E}">
        <p14:creationId xmlns:p14="http://schemas.microsoft.com/office/powerpoint/2010/main" val="598278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 tête section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7" name="Image 6">
            <a:extLst>
              <a:ext uri="{FF2B5EF4-FFF2-40B4-BE49-F238E27FC236}">
                <a16:creationId xmlns:a16="http://schemas.microsoft.com/office/drawing/2014/main" id="{21A505E3-CAC3-9D14-2310-3B9E5E5DE7F5}"/>
              </a:ext>
            </a:extLst>
          </p:cNvPr>
          <p:cNvPicPr>
            <a:picLocks noChangeAspect="1"/>
          </p:cNvPicPr>
          <p:nvPr userDrawn="1"/>
        </p:nvPicPr>
        <p:blipFill>
          <a:blip r:embed="rId2">
            <a:duotone>
              <a:prstClr val="black"/>
              <a:schemeClr val="accent5">
                <a:tint val="45000"/>
                <a:satMod val="400000"/>
              </a:schemeClr>
            </a:duotone>
          </a:blip>
          <a:stretch>
            <a:fillRect/>
          </a:stretch>
        </p:blipFill>
        <p:spPr>
          <a:xfrm>
            <a:off x="0" y="650874"/>
            <a:ext cx="4377908" cy="4377908"/>
          </a:xfrm>
          <a:prstGeom prst="rect">
            <a:avLst/>
          </a:prstGeom>
        </p:spPr>
      </p:pic>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3">
            <a:duotone>
              <a:prstClr val="black"/>
              <a:schemeClr val="accent5">
                <a:tint val="45000"/>
                <a:satMod val="400000"/>
              </a:schemeClr>
            </a:duotone>
          </a:blip>
          <a:stretch>
            <a:fillRect/>
          </a:stretch>
        </p:blipFill>
        <p:spPr>
          <a:xfrm>
            <a:off x="11512365" y="6301212"/>
            <a:ext cx="374834" cy="475399"/>
          </a:xfrm>
          <a:prstGeom prst="rect">
            <a:avLst/>
          </a:prstGeom>
        </p:spPr>
      </p:pic>
    </p:spTree>
    <p:extLst>
      <p:ext uri="{BB962C8B-B14F-4D97-AF65-F5344CB8AC3E}">
        <p14:creationId xmlns:p14="http://schemas.microsoft.com/office/powerpoint/2010/main" val="2411717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tête section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2">
            <a:duotone>
              <a:prstClr val="black"/>
              <a:schemeClr val="accent5">
                <a:tint val="45000"/>
                <a:satMod val="400000"/>
              </a:schemeClr>
            </a:duotone>
          </a:blip>
          <a:stretch>
            <a:fillRect/>
          </a:stretch>
        </p:blipFill>
        <p:spPr>
          <a:xfrm>
            <a:off x="11512365" y="6301212"/>
            <a:ext cx="374834" cy="475399"/>
          </a:xfrm>
          <a:prstGeom prst="rect">
            <a:avLst/>
          </a:prstGeom>
        </p:spPr>
      </p:pic>
      <p:sp>
        <p:nvSpPr>
          <p:cNvPr id="19" name="ZoneTexte 18">
            <a:extLst>
              <a:ext uri="{FF2B5EF4-FFF2-40B4-BE49-F238E27FC236}">
                <a16:creationId xmlns:a16="http://schemas.microsoft.com/office/drawing/2014/main" id="{BE625E3B-0104-4027-D0CF-0BBC92DE7DC1}"/>
              </a:ext>
            </a:extLst>
          </p:cNvPr>
          <p:cNvSpPr txBox="1"/>
          <p:nvPr userDrawn="1"/>
        </p:nvSpPr>
        <p:spPr>
          <a:xfrm>
            <a:off x="9081890"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5" name="Image 4">
            <a:extLst>
              <a:ext uri="{FF2B5EF4-FFF2-40B4-BE49-F238E27FC236}">
                <a16:creationId xmlns:a16="http://schemas.microsoft.com/office/drawing/2014/main" id="{3A03DD93-1E3E-EACC-7DD4-AF5196B260E5}"/>
              </a:ext>
            </a:extLst>
          </p:cNvPr>
          <p:cNvPicPr>
            <a:picLocks noChangeAspect="1"/>
          </p:cNvPicPr>
          <p:nvPr userDrawn="1"/>
        </p:nvPicPr>
        <p:blipFill>
          <a:blip r:embed="rId3">
            <a:duotone>
              <a:prstClr val="black"/>
              <a:schemeClr val="accent5">
                <a:tint val="45000"/>
                <a:satMod val="400000"/>
              </a:schemeClr>
            </a:duotone>
          </a:blip>
          <a:stretch>
            <a:fillRect/>
          </a:stretch>
        </p:blipFill>
        <p:spPr>
          <a:xfrm>
            <a:off x="749301" y="650875"/>
            <a:ext cx="3290358" cy="4377907"/>
          </a:xfrm>
          <a:prstGeom prst="rect">
            <a:avLst/>
          </a:prstGeom>
        </p:spPr>
      </p:pic>
    </p:spTree>
    <p:extLst>
      <p:ext uri="{BB962C8B-B14F-4D97-AF65-F5344CB8AC3E}">
        <p14:creationId xmlns:p14="http://schemas.microsoft.com/office/powerpoint/2010/main" val="2406022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tête section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19" name="ZoneTexte 18">
            <a:extLst>
              <a:ext uri="{FF2B5EF4-FFF2-40B4-BE49-F238E27FC236}">
                <a16:creationId xmlns:a16="http://schemas.microsoft.com/office/drawing/2014/main" id="{BE625E3B-0104-4027-D0CF-0BBC92DE7DC1}"/>
              </a:ext>
            </a:extLst>
          </p:cNvPr>
          <p:cNvSpPr txBox="1"/>
          <p:nvPr userDrawn="1"/>
        </p:nvSpPr>
        <p:spPr>
          <a:xfrm>
            <a:off x="9456725"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6" name="Image 5">
            <a:extLst>
              <a:ext uri="{FF2B5EF4-FFF2-40B4-BE49-F238E27FC236}">
                <a16:creationId xmlns:a16="http://schemas.microsoft.com/office/drawing/2014/main" id="{C98FA8A2-46EA-C4B5-2ED9-00FB69314174}"/>
              </a:ext>
            </a:extLst>
          </p:cNvPr>
          <p:cNvPicPr>
            <a:picLocks noChangeAspect="1"/>
          </p:cNvPicPr>
          <p:nvPr userDrawn="1"/>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411051" y="612461"/>
            <a:ext cx="3538649" cy="4381842"/>
          </a:xfrm>
          <a:prstGeom prst="rect">
            <a:avLst/>
          </a:prstGeom>
        </p:spPr>
      </p:pic>
    </p:spTree>
    <p:extLst>
      <p:ext uri="{BB962C8B-B14F-4D97-AF65-F5344CB8AC3E}">
        <p14:creationId xmlns:p14="http://schemas.microsoft.com/office/powerpoint/2010/main" val="337216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pic>
        <p:nvPicPr>
          <p:cNvPr id="8" name="Image 7">
            <a:extLst>
              <a:ext uri="{FF2B5EF4-FFF2-40B4-BE49-F238E27FC236}">
                <a16:creationId xmlns:a16="http://schemas.microsoft.com/office/drawing/2014/main" id="{091E30C5-00FC-DACB-6E6A-6624BEFFEA17}"/>
              </a:ext>
            </a:extLst>
          </p:cNvPr>
          <p:cNvPicPr>
            <a:picLocks noChangeAspect="1"/>
          </p:cNvPicPr>
          <p:nvPr userDrawn="1"/>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890686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u Standar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A559487-FFAF-9004-049F-02454F246A57}"/>
              </a:ext>
            </a:extLst>
          </p:cNvPr>
          <p:cNvSpPr>
            <a:spLocks noGrp="1"/>
          </p:cNvSpPr>
          <p:nvPr>
            <p:ph idx="1"/>
          </p:nvPr>
        </p:nvSpPr>
        <p:spPr>
          <a:xfrm>
            <a:off x="261303" y="1531088"/>
            <a:ext cx="11669393" cy="4645875"/>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ED2BE8B6-177C-761E-6F1C-F3F02A5F14CD}"/>
              </a:ext>
            </a:extLst>
          </p:cNvPr>
          <p:cNvSpPr>
            <a:spLocks noGrp="1"/>
          </p:cNvSpPr>
          <p:nvPr>
            <p:ph type="dt" sz="half" idx="10"/>
          </p:nvPr>
        </p:nvSpPr>
        <p:spPr>
          <a:xfrm>
            <a:off x="261303" y="6356350"/>
            <a:ext cx="2743200" cy="365125"/>
          </a:xfrm>
        </p:spPr>
        <p:txBody>
          <a:bodyPr/>
          <a:lstStyle/>
          <a:p>
            <a:fld id="{DCF2D877-55A7-4280-9761-FC7FF1D56B23}" type="datetime1">
              <a:rPr lang="fr-FR" smtClean="0"/>
              <a:t>09/01/2024</a:t>
            </a:fld>
            <a:endParaRPr lang="fr-FR"/>
          </a:p>
        </p:txBody>
      </p:sp>
      <p:sp>
        <p:nvSpPr>
          <p:cNvPr id="5" name="Espace réservé du pied de page 4">
            <a:extLst>
              <a:ext uri="{FF2B5EF4-FFF2-40B4-BE49-F238E27FC236}">
                <a16:creationId xmlns:a16="http://schemas.microsoft.com/office/drawing/2014/main" id="{41DC9EA5-1E0E-FDBC-45A1-017B3CD4C2BD}"/>
              </a:ext>
            </a:extLst>
          </p:cNvPr>
          <p:cNvSpPr>
            <a:spLocks noGrp="1"/>
          </p:cNvSpPr>
          <p:nvPr>
            <p:ph type="ftr" sz="quarter" idx="11"/>
          </p:nvPr>
        </p:nvSpPr>
        <p:spPr/>
        <p:txBody>
          <a:body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0CAE3CC8-7DAE-391C-6FD1-A6358755E87F}"/>
              </a:ext>
            </a:extLst>
          </p:cNvPr>
          <p:cNvSpPr>
            <a:spLocks noGrp="1"/>
          </p:cNvSpPr>
          <p:nvPr>
            <p:ph type="sldNum" sz="quarter" idx="12"/>
          </p:nvPr>
        </p:nvSpPr>
        <p:spPr>
          <a:xfrm>
            <a:off x="9187497" y="6356350"/>
            <a:ext cx="2743200" cy="365125"/>
          </a:xfrm>
        </p:spPr>
        <p:txBody>
          <a:bodyPr/>
          <a:lstStyle/>
          <a:p>
            <a:fld id="{41DD7FD0-8CCF-4985-AE30-D6D48D0A42D3}" type="slidenum">
              <a:rPr lang="fr-FR" smtClean="0"/>
              <a:t>‹N°›</a:t>
            </a:fld>
            <a:endParaRPr lang="fr-FR"/>
          </a:p>
        </p:txBody>
      </p:sp>
      <p:sp>
        <p:nvSpPr>
          <p:cNvPr id="7" name="Titre 1">
            <a:extLst>
              <a:ext uri="{FF2B5EF4-FFF2-40B4-BE49-F238E27FC236}">
                <a16:creationId xmlns:a16="http://schemas.microsoft.com/office/drawing/2014/main" id="{FF2E53A6-2456-7D83-32E4-E2D05CBD30C4}"/>
              </a:ext>
            </a:extLst>
          </p:cNvPr>
          <p:cNvSpPr>
            <a:spLocks noGrp="1"/>
          </p:cNvSpPr>
          <p:nvPr>
            <p:ph type="title"/>
          </p:nvPr>
        </p:nvSpPr>
        <p:spPr>
          <a:xfrm>
            <a:off x="1063256" y="226902"/>
            <a:ext cx="10867442" cy="623702"/>
          </a:xfrm>
        </p:spPr>
        <p:txBody>
          <a:bodyPr/>
          <a:lstStyle/>
          <a:p>
            <a:r>
              <a:rPr lang="fr-FR" dirty="0"/>
              <a:t>Modifiez le style du titre</a:t>
            </a:r>
          </a:p>
        </p:txBody>
      </p:sp>
      <p:cxnSp>
        <p:nvCxnSpPr>
          <p:cNvPr id="11" name="Connecteur droit 10">
            <a:extLst>
              <a:ext uri="{FF2B5EF4-FFF2-40B4-BE49-F238E27FC236}">
                <a16:creationId xmlns:a16="http://schemas.microsoft.com/office/drawing/2014/main" id="{9317C058-D8F3-CC27-818C-09DCF165A148}"/>
              </a:ext>
            </a:extLst>
          </p:cNvPr>
          <p:cNvCxnSpPr>
            <a:cxnSpLocks/>
          </p:cNvCxnSpPr>
          <p:nvPr userDrawn="1"/>
        </p:nvCxnSpPr>
        <p:spPr>
          <a:xfrm>
            <a:off x="261303" y="1372378"/>
            <a:ext cx="11669395" cy="0"/>
          </a:xfrm>
          <a:prstGeom prst="line">
            <a:avLst/>
          </a:prstGeom>
          <a:ln w="57150">
            <a:solidFill>
              <a:schemeClr val="accent5"/>
            </a:solidFill>
          </a:ln>
        </p:spPr>
        <p:style>
          <a:lnRef idx="1">
            <a:schemeClr val="accent5"/>
          </a:lnRef>
          <a:fillRef idx="0">
            <a:schemeClr val="accent5"/>
          </a:fillRef>
          <a:effectRef idx="0">
            <a:schemeClr val="accent5"/>
          </a:effectRef>
          <a:fontRef idx="minor">
            <a:schemeClr val="tx1"/>
          </a:fontRef>
        </p:style>
      </p:cxnSp>
      <p:sp>
        <p:nvSpPr>
          <p:cNvPr id="12" name="Espace réservé du texte 9">
            <a:extLst>
              <a:ext uri="{FF2B5EF4-FFF2-40B4-BE49-F238E27FC236}">
                <a16:creationId xmlns:a16="http://schemas.microsoft.com/office/drawing/2014/main" id="{F3D61B73-0515-AA37-7C97-83AECF96DA1E}"/>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pic>
        <p:nvPicPr>
          <p:cNvPr id="13" name="Image 12">
            <a:extLst>
              <a:ext uri="{FF2B5EF4-FFF2-40B4-BE49-F238E27FC236}">
                <a16:creationId xmlns:a16="http://schemas.microsoft.com/office/drawing/2014/main" id="{3B681ACF-FA26-087B-39B8-FA4932F452AD}"/>
              </a:ext>
            </a:extLst>
          </p:cNvPr>
          <p:cNvPicPr>
            <a:picLocks noChangeAspect="1"/>
          </p:cNvPicPr>
          <p:nvPr userDrawn="1"/>
        </p:nvPicPr>
        <p:blipFill>
          <a:blip r:embed="rId2"/>
          <a:stretch>
            <a:fillRect/>
          </a:stretch>
        </p:blipFill>
        <p:spPr>
          <a:xfrm>
            <a:off x="237055" y="318530"/>
            <a:ext cx="705473" cy="894746"/>
          </a:xfrm>
          <a:prstGeom prst="rect">
            <a:avLst/>
          </a:prstGeom>
        </p:spPr>
      </p:pic>
      <p:pic>
        <p:nvPicPr>
          <p:cNvPr id="8" name="Image 7">
            <a:extLst>
              <a:ext uri="{FF2B5EF4-FFF2-40B4-BE49-F238E27FC236}">
                <a16:creationId xmlns:a16="http://schemas.microsoft.com/office/drawing/2014/main" id="{162ED326-CA4B-6823-69DB-9A1B539A6DEB}"/>
              </a:ext>
            </a:extLst>
          </p:cNvPr>
          <p:cNvPicPr>
            <a:picLocks noChangeAspect="1"/>
          </p:cNvPicPr>
          <p:nvPr userDrawn="1"/>
        </p:nvPicPr>
        <p:blipFill>
          <a:blip r:embed="rId3">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516351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25B18CC4-EEEA-73A7-94C4-6F9892D133E1}"/>
              </a:ext>
            </a:extLst>
          </p:cNvPr>
          <p:cNvSpPr>
            <a:spLocks noGrp="1"/>
          </p:cNvSpPr>
          <p:nvPr>
            <p:ph type="title"/>
          </p:nvPr>
        </p:nvSpPr>
        <p:spPr>
          <a:xfrm>
            <a:off x="1063256" y="226902"/>
            <a:ext cx="10867442" cy="623702"/>
          </a:xfrm>
        </p:spPr>
        <p:txBody>
          <a:bodyPr/>
          <a:lstStyle/>
          <a:p>
            <a:r>
              <a:rPr lang="fr-FR" dirty="0"/>
              <a:t>Modifiez le style du titre</a:t>
            </a:r>
          </a:p>
        </p:txBody>
      </p:sp>
      <p:pic>
        <p:nvPicPr>
          <p:cNvPr id="11" name="Image 10">
            <a:extLst>
              <a:ext uri="{FF2B5EF4-FFF2-40B4-BE49-F238E27FC236}">
                <a16:creationId xmlns:a16="http://schemas.microsoft.com/office/drawing/2014/main" id="{B5C0D3AD-0BC8-DB6B-4A5B-82074F681D35}"/>
              </a:ext>
            </a:extLst>
          </p:cNvPr>
          <p:cNvPicPr>
            <a:picLocks noChangeAspect="1"/>
          </p:cNvPicPr>
          <p:nvPr userDrawn="1"/>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1839848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CA63E9AE-2E85-060A-2622-670846D50DD4}"/>
              </a:ext>
            </a:extLst>
          </p:cNvPr>
          <p:cNvSpPr>
            <a:spLocks noGrp="1"/>
          </p:cNvSpPr>
          <p:nvPr>
            <p:ph type="body" idx="1"/>
          </p:nvPr>
        </p:nvSpPr>
        <p:spPr>
          <a:xfrm>
            <a:off x="261304" y="1425987"/>
            <a:ext cx="5736272"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F49004B4-18BC-77C0-920C-F1C26212EB4D}"/>
              </a:ext>
            </a:extLst>
          </p:cNvPr>
          <p:cNvSpPr>
            <a:spLocks noGrp="1"/>
          </p:cNvSpPr>
          <p:nvPr>
            <p:ph sz="half" idx="2"/>
          </p:nvPr>
        </p:nvSpPr>
        <p:spPr>
          <a:xfrm>
            <a:off x="261304" y="2223687"/>
            <a:ext cx="5736272" cy="396597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texte 4">
            <a:extLst>
              <a:ext uri="{FF2B5EF4-FFF2-40B4-BE49-F238E27FC236}">
                <a16:creationId xmlns:a16="http://schemas.microsoft.com/office/drawing/2014/main" id="{4621FA98-C4CD-F07E-AE38-067CFFF16627}"/>
              </a:ext>
            </a:extLst>
          </p:cNvPr>
          <p:cNvSpPr>
            <a:spLocks noGrp="1"/>
          </p:cNvSpPr>
          <p:nvPr>
            <p:ph type="body" sz="quarter" idx="3"/>
          </p:nvPr>
        </p:nvSpPr>
        <p:spPr>
          <a:xfrm>
            <a:off x="6172200" y="1425987"/>
            <a:ext cx="5758496"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6" name="Espace réservé du contenu 5">
            <a:extLst>
              <a:ext uri="{FF2B5EF4-FFF2-40B4-BE49-F238E27FC236}">
                <a16:creationId xmlns:a16="http://schemas.microsoft.com/office/drawing/2014/main" id="{819A5810-EC86-B1CF-0947-21471B5395D2}"/>
              </a:ext>
            </a:extLst>
          </p:cNvPr>
          <p:cNvSpPr>
            <a:spLocks noGrp="1"/>
          </p:cNvSpPr>
          <p:nvPr>
            <p:ph sz="quarter" idx="4"/>
          </p:nvPr>
        </p:nvSpPr>
        <p:spPr>
          <a:xfrm>
            <a:off x="6172199" y="2223687"/>
            <a:ext cx="5758495" cy="39659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29D839-43CA-A05E-2039-547DD6675630}"/>
              </a:ext>
            </a:extLst>
          </p:cNvPr>
          <p:cNvSpPr>
            <a:spLocks noGrp="1"/>
          </p:cNvSpPr>
          <p:nvPr>
            <p:ph type="dt" sz="half" idx="10"/>
          </p:nvPr>
        </p:nvSpPr>
        <p:spPr/>
        <p:txBody>
          <a:bodyPr/>
          <a:lstStyle/>
          <a:p>
            <a:fld id="{7C95BFE5-FCAC-485A-8E27-AEBF934396AA}" type="datetime1">
              <a:rPr lang="fr-FR" smtClean="0"/>
              <a:t>09/01/2024</a:t>
            </a:fld>
            <a:endParaRPr lang="fr-FR"/>
          </a:p>
        </p:txBody>
      </p:sp>
      <p:sp>
        <p:nvSpPr>
          <p:cNvPr id="8" name="Espace réservé du pied de page 7">
            <a:extLst>
              <a:ext uri="{FF2B5EF4-FFF2-40B4-BE49-F238E27FC236}">
                <a16:creationId xmlns:a16="http://schemas.microsoft.com/office/drawing/2014/main" id="{081553BD-4A83-AC24-8877-2721F63A554A}"/>
              </a:ext>
            </a:extLst>
          </p:cNvPr>
          <p:cNvSpPr>
            <a:spLocks noGrp="1"/>
          </p:cNvSpPr>
          <p:nvPr>
            <p:ph type="ftr" sz="quarter" idx="11"/>
          </p:nvPr>
        </p:nvSpPr>
        <p:spPr/>
        <p:txBody>
          <a:bodyPr/>
          <a:lstStyle/>
          <a:p>
            <a:r>
              <a:rPr lang="fr-FR"/>
              <a:t>Pied de page (copyright, rappel du titre, etc.)</a:t>
            </a:r>
          </a:p>
        </p:txBody>
      </p:sp>
      <p:sp>
        <p:nvSpPr>
          <p:cNvPr id="9" name="Espace réservé du numéro de diapositive 8">
            <a:extLst>
              <a:ext uri="{FF2B5EF4-FFF2-40B4-BE49-F238E27FC236}">
                <a16:creationId xmlns:a16="http://schemas.microsoft.com/office/drawing/2014/main" id="{F0E6E38C-959C-E1D4-0F0C-E4507732F64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12" name="Connecteur droit 11">
            <a:extLst>
              <a:ext uri="{FF2B5EF4-FFF2-40B4-BE49-F238E27FC236}">
                <a16:creationId xmlns:a16="http://schemas.microsoft.com/office/drawing/2014/main" id="{147EE4A6-DA09-7BAA-7FF3-7DB5E7BA9137}"/>
              </a:ext>
            </a:extLst>
          </p:cNvPr>
          <p:cNvCxnSpPr>
            <a:cxnSpLocks/>
          </p:cNvCxnSpPr>
          <p:nvPr userDrawn="1"/>
        </p:nvCxnSpPr>
        <p:spPr>
          <a:xfrm>
            <a:off x="838200" y="1408344"/>
            <a:ext cx="10515600" cy="0"/>
          </a:xfrm>
          <a:prstGeom prst="line">
            <a:avLst/>
          </a:prstGeom>
        </p:spPr>
        <p:style>
          <a:lnRef idx="1">
            <a:schemeClr val="accent5"/>
          </a:lnRef>
          <a:fillRef idx="0">
            <a:schemeClr val="accent5"/>
          </a:fillRef>
          <a:effectRef idx="0">
            <a:schemeClr val="accent5"/>
          </a:effectRef>
          <a:fontRef idx="minor">
            <a:schemeClr val="tx1"/>
          </a:fontRef>
        </p:style>
      </p:cxnSp>
      <p:sp>
        <p:nvSpPr>
          <p:cNvPr id="16" name="Titre 15">
            <a:extLst>
              <a:ext uri="{FF2B5EF4-FFF2-40B4-BE49-F238E27FC236}">
                <a16:creationId xmlns:a16="http://schemas.microsoft.com/office/drawing/2014/main" id="{3E2E0BE2-F355-9418-AA38-CD45CA459886}"/>
              </a:ext>
            </a:extLst>
          </p:cNvPr>
          <p:cNvSpPr>
            <a:spLocks noGrp="1"/>
          </p:cNvSpPr>
          <p:nvPr>
            <p:ph type="title"/>
          </p:nvPr>
        </p:nvSpPr>
        <p:spPr>
          <a:xfrm>
            <a:off x="1063256" y="235723"/>
            <a:ext cx="10867441" cy="623702"/>
          </a:xfrm>
        </p:spPr>
        <p:txBody>
          <a:bodyPr/>
          <a:lstStyle/>
          <a:p>
            <a:r>
              <a:rPr lang="fr-FR"/>
              <a:t>Modifiez le style du titre</a:t>
            </a:r>
          </a:p>
        </p:txBody>
      </p:sp>
      <p:sp>
        <p:nvSpPr>
          <p:cNvPr id="17" name="Espace réservé du texte 9">
            <a:extLst>
              <a:ext uri="{FF2B5EF4-FFF2-40B4-BE49-F238E27FC236}">
                <a16:creationId xmlns:a16="http://schemas.microsoft.com/office/drawing/2014/main" id="{40987D09-4FAC-029B-3A06-926A6F28CF50}"/>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cxnSp>
        <p:nvCxnSpPr>
          <p:cNvPr id="2" name="Connecteur droit 1">
            <a:extLst>
              <a:ext uri="{FF2B5EF4-FFF2-40B4-BE49-F238E27FC236}">
                <a16:creationId xmlns:a16="http://schemas.microsoft.com/office/drawing/2014/main" id="{36E56D9F-7B7F-A565-3C03-CCD822441668}"/>
              </a:ext>
            </a:extLst>
          </p:cNvPr>
          <p:cNvCxnSpPr>
            <a:cxnSpLocks/>
          </p:cNvCxnSpPr>
          <p:nvPr userDrawn="1"/>
        </p:nvCxnSpPr>
        <p:spPr>
          <a:xfrm>
            <a:off x="261303" y="1372378"/>
            <a:ext cx="11669395" cy="0"/>
          </a:xfrm>
          <a:prstGeom prst="line">
            <a:avLst/>
          </a:prstGeom>
          <a:ln w="57150">
            <a:solidFill>
              <a:schemeClr val="accent5"/>
            </a:solidFill>
          </a:ln>
        </p:spPr>
        <p:style>
          <a:lnRef idx="1">
            <a:schemeClr val="accent5"/>
          </a:lnRef>
          <a:fillRef idx="0">
            <a:schemeClr val="accent5"/>
          </a:fillRef>
          <a:effectRef idx="0">
            <a:schemeClr val="accent5"/>
          </a:effectRef>
          <a:fontRef idx="minor">
            <a:schemeClr val="tx1"/>
          </a:fontRef>
        </p:style>
      </p:cxnSp>
      <p:pic>
        <p:nvPicPr>
          <p:cNvPr id="13" name="Image 12">
            <a:extLst>
              <a:ext uri="{FF2B5EF4-FFF2-40B4-BE49-F238E27FC236}">
                <a16:creationId xmlns:a16="http://schemas.microsoft.com/office/drawing/2014/main" id="{7C0AFE54-F831-A132-E5EA-6CA0A1FB988E}"/>
              </a:ext>
            </a:extLst>
          </p:cNvPr>
          <p:cNvPicPr>
            <a:picLocks noChangeAspect="1"/>
          </p:cNvPicPr>
          <p:nvPr userDrawn="1"/>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2839273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6C0FFB-0DDD-EBDF-B9C4-1131FAC895E3}"/>
              </a:ext>
            </a:extLst>
          </p:cNvPr>
          <p:cNvSpPr>
            <a:spLocks noGrp="1"/>
          </p:cNvSpPr>
          <p:nvPr>
            <p:ph type="title"/>
          </p:nvPr>
        </p:nvSpPr>
        <p:spPr>
          <a:xfrm>
            <a:off x="1063256" y="318530"/>
            <a:ext cx="3813544" cy="894746"/>
          </a:xfrm>
        </p:spPr>
        <p:txBody>
          <a:bodyPr anchor="b"/>
          <a:lstStyle>
            <a:lvl1pPr>
              <a:defRPr sz="3200"/>
            </a:lvl1pPr>
          </a:lstStyle>
          <a:p>
            <a:r>
              <a:rPr lang="fr-FR" dirty="0"/>
              <a:t>Modifiez le style du titre</a:t>
            </a:r>
          </a:p>
        </p:txBody>
      </p:sp>
      <p:sp>
        <p:nvSpPr>
          <p:cNvPr id="3" name="Espace réservé du contenu 2">
            <a:extLst>
              <a:ext uri="{FF2B5EF4-FFF2-40B4-BE49-F238E27FC236}">
                <a16:creationId xmlns:a16="http://schemas.microsoft.com/office/drawing/2014/main" id="{DB73A85E-56A5-810A-57B3-33F3F9BD1B28}"/>
              </a:ext>
            </a:extLst>
          </p:cNvPr>
          <p:cNvSpPr>
            <a:spLocks noGrp="1"/>
          </p:cNvSpPr>
          <p:nvPr>
            <p:ph idx="1"/>
          </p:nvPr>
        </p:nvSpPr>
        <p:spPr>
          <a:xfrm>
            <a:off x="5156200" y="318530"/>
            <a:ext cx="6774497" cy="5837719"/>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texte 3">
            <a:extLst>
              <a:ext uri="{FF2B5EF4-FFF2-40B4-BE49-F238E27FC236}">
                <a16:creationId xmlns:a16="http://schemas.microsoft.com/office/drawing/2014/main" id="{54E768DC-E327-074B-E53B-A7602EB23BBD}"/>
              </a:ext>
            </a:extLst>
          </p:cNvPr>
          <p:cNvSpPr>
            <a:spLocks noGrp="1"/>
          </p:cNvSpPr>
          <p:nvPr>
            <p:ph type="body" sz="half" idx="2"/>
          </p:nvPr>
        </p:nvSpPr>
        <p:spPr>
          <a:xfrm>
            <a:off x="261302" y="1504555"/>
            <a:ext cx="4615498" cy="46516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5" name="Espace réservé de la date 4">
            <a:extLst>
              <a:ext uri="{FF2B5EF4-FFF2-40B4-BE49-F238E27FC236}">
                <a16:creationId xmlns:a16="http://schemas.microsoft.com/office/drawing/2014/main" id="{ABD2C517-4516-8DB0-89CA-BB978D351FBA}"/>
              </a:ext>
            </a:extLst>
          </p:cNvPr>
          <p:cNvSpPr>
            <a:spLocks noGrp="1"/>
          </p:cNvSpPr>
          <p:nvPr>
            <p:ph type="dt" sz="half" idx="10"/>
          </p:nvPr>
        </p:nvSpPr>
        <p:spPr/>
        <p:txBody>
          <a:bodyPr/>
          <a:lstStyle/>
          <a:p>
            <a:fld id="{6E2A3409-CF71-4D6F-8F18-DD3F156122B0}" type="datetime1">
              <a:rPr lang="fr-FR" smtClean="0"/>
              <a:t>09/01/2024</a:t>
            </a:fld>
            <a:endParaRPr lang="fr-FR"/>
          </a:p>
        </p:txBody>
      </p:sp>
      <p:sp>
        <p:nvSpPr>
          <p:cNvPr id="6" name="Espace réservé du pied de page 5">
            <a:extLst>
              <a:ext uri="{FF2B5EF4-FFF2-40B4-BE49-F238E27FC236}">
                <a16:creationId xmlns:a16="http://schemas.microsoft.com/office/drawing/2014/main" id="{5DB69917-F2F6-9E8D-D4B8-383D9F177D3A}"/>
              </a:ext>
            </a:extLst>
          </p:cNvPr>
          <p:cNvSpPr>
            <a:spLocks noGrp="1"/>
          </p:cNvSpPr>
          <p:nvPr>
            <p:ph type="ftr" sz="quarter" idx="11"/>
          </p:nvPr>
        </p:nvSpPr>
        <p:spPr/>
        <p:txBody>
          <a:bodyPr/>
          <a:lstStyle/>
          <a:p>
            <a:r>
              <a:rPr lang="fr-FR"/>
              <a:t>Pied de page (copyright, rappel du titre, etc.)</a:t>
            </a:r>
          </a:p>
        </p:txBody>
      </p:sp>
      <p:sp>
        <p:nvSpPr>
          <p:cNvPr id="7" name="Espace réservé du numéro de diapositive 6">
            <a:extLst>
              <a:ext uri="{FF2B5EF4-FFF2-40B4-BE49-F238E27FC236}">
                <a16:creationId xmlns:a16="http://schemas.microsoft.com/office/drawing/2014/main" id="{A4BA92F1-B53C-53E3-9C19-07D462D5886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9" name="Connecteur droit 8">
            <a:extLst>
              <a:ext uri="{FF2B5EF4-FFF2-40B4-BE49-F238E27FC236}">
                <a16:creationId xmlns:a16="http://schemas.microsoft.com/office/drawing/2014/main" id="{44C3890C-4016-D57A-E91D-A40889B3108C}"/>
              </a:ext>
            </a:extLst>
          </p:cNvPr>
          <p:cNvCxnSpPr>
            <a:cxnSpLocks/>
          </p:cNvCxnSpPr>
          <p:nvPr userDrawn="1"/>
        </p:nvCxnSpPr>
        <p:spPr>
          <a:xfrm>
            <a:off x="261302" y="1358915"/>
            <a:ext cx="4615498" cy="0"/>
          </a:xfrm>
          <a:prstGeom prst="line">
            <a:avLst/>
          </a:prstGeom>
          <a:ln w="57150">
            <a:solidFill>
              <a:schemeClr val="accent5"/>
            </a:solidFill>
          </a:ln>
        </p:spPr>
        <p:style>
          <a:lnRef idx="1">
            <a:schemeClr val="accent5"/>
          </a:lnRef>
          <a:fillRef idx="0">
            <a:schemeClr val="accent5"/>
          </a:fillRef>
          <a:effectRef idx="0">
            <a:schemeClr val="accent5"/>
          </a:effectRef>
          <a:fontRef idx="minor">
            <a:schemeClr val="tx1"/>
          </a:fontRef>
        </p:style>
      </p:cxnSp>
      <p:pic>
        <p:nvPicPr>
          <p:cNvPr id="13" name="Image 12">
            <a:extLst>
              <a:ext uri="{FF2B5EF4-FFF2-40B4-BE49-F238E27FC236}">
                <a16:creationId xmlns:a16="http://schemas.microsoft.com/office/drawing/2014/main" id="{49015D69-2D82-8738-6EB6-03B931772C6A}"/>
              </a:ext>
            </a:extLst>
          </p:cNvPr>
          <p:cNvPicPr>
            <a:picLocks noChangeAspect="1"/>
          </p:cNvPicPr>
          <p:nvPr userDrawn="1"/>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560881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reds">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pic>
        <p:nvPicPr>
          <p:cNvPr id="8" name="Image 7">
            <a:extLst>
              <a:ext uri="{FF2B5EF4-FFF2-40B4-BE49-F238E27FC236}">
                <a16:creationId xmlns:a16="http://schemas.microsoft.com/office/drawing/2014/main" id="{091E30C5-00FC-DACB-6E6A-6624BEFFEA17}"/>
              </a:ext>
            </a:extLst>
          </p:cNvPr>
          <p:cNvPicPr>
            <a:picLocks noChangeAspect="1"/>
          </p:cNvPicPr>
          <p:nvPr userDrawn="1"/>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
        <p:nvSpPr>
          <p:cNvPr id="16" name="Espace réservé du texte 15">
            <a:extLst>
              <a:ext uri="{FF2B5EF4-FFF2-40B4-BE49-F238E27FC236}">
                <a16:creationId xmlns:a16="http://schemas.microsoft.com/office/drawing/2014/main" id="{5883AF4A-A2CD-5300-5637-5820E009799E}"/>
              </a:ext>
            </a:extLst>
          </p:cNvPr>
          <p:cNvSpPr>
            <a:spLocks noGrp="1"/>
          </p:cNvSpPr>
          <p:nvPr>
            <p:ph type="body" sz="quarter" idx="15"/>
          </p:nvPr>
        </p:nvSpPr>
        <p:spPr>
          <a:xfrm>
            <a:off x="788988" y="1731963"/>
            <a:ext cx="6335712" cy="958850"/>
          </a:xfrm>
        </p:spPr>
        <p:txBody>
          <a:bodyPr>
            <a:noAutofit/>
          </a:bodyPr>
          <a:lstStyle>
            <a:lvl1pPr>
              <a:spcBef>
                <a:spcPts val="200"/>
              </a:spcBef>
              <a:defRPr sz="1200"/>
            </a:lvl1pPr>
            <a:lvl2pPr>
              <a:spcBef>
                <a:spcPts val="200"/>
              </a:spcBef>
              <a:defRPr sz="1100"/>
            </a:lvl2pPr>
            <a:lvl3pPr>
              <a:spcBef>
                <a:spcPts val="200"/>
              </a:spcBef>
              <a:defRPr sz="1050"/>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19" name="Espace réservé du texte 15">
            <a:extLst>
              <a:ext uri="{FF2B5EF4-FFF2-40B4-BE49-F238E27FC236}">
                <a16:creationId xmlns:a16="http://schemas.microsoft.com/office/drawing/2014/main" id="{8942EFBE-030A-8170-EE92-4D5972201CCC}"/>
              </a:ext>
            </a:extLst>
          </p:cNvPr>
          <p:cNvSpPr>
            <a:spLocks noGrp="1"/>
          </p:cNvSpPr>
          <p:nvPr>
            <p:ph type="body" sz="quarter" idx="17"/>
          </p:nvPr>
        </p:nvSpPr>
        <p:spPr>
          <a:xfrm>
            <a:off x="788988" y="3194129"/>
            <a:ext cx="6335712" cy="1560975"/>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2" name="Espace réservé du texte 15">
            <a:extLst>
              <a:ext uri="{FF2B5EF4-FFF2-40B4-BE49-F238E27FC236}">
                <a16:creationId xmlns:a16="http://schemas.microsoft.com/office/drawing/2014/main" id="{AE27D1C1-4A94-0140-CFA0-FD3D54967015}"/>
              </a:ext>
            </a:extLst>
          </p:cNvPr>
          <p:cNvSpPr>
            <a:spLocks noGrp="1"/>
          </p:cNvSpPr>
          <p:nvPr>
            <p:ph type="body" sz="quarter" idx="19"/>
          </p:nvPr>
        </p:nvSpPr>
        <p:spPr>
          <a:xfrm>
            <a:off x="788988" y="5230712"/>
            <a:ext cx="6335712" cy="951808"/>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cxnSp>
        <p:nvCxnSpPr>
          <p:cNvPr id="23" name="Connecteur droit 22">
            <a:extLst>
              <a:ext uri="{FF2B5EF4-FFF2-40B4-BE49-F238E27FC236}">
                <a16:creationId xmlns:a16="http://schemas.microsoft.com/office/drawing/2014/main" id="{DE07A1DE-390A-6465-CE4B-0384E332917F}"/>
              </a:ext>
            </a:extLst>
          </p:cNvPr>
          <p:cNvCxnSpPr>
            <a:cxnSpLocks/>
          </p:cNvCxnSpPr>
          <p:nvPr userDrawn="1"/>
        </p:nvCxnSpPr>
        <p:spPr>
          <a:xfrm>
            <a:off x="788988" y="1376020"/>
            <a:ext cx="0" cy="685695"/>
          </a:xfrm>
          <a:prstGeom prst="line">
            <a:avLst/>
          </a:prstGeom>
          <a:ln w="57150">
            <a:solidFill>
              <a:schemeClr val="accent5"/>
            </a:solidFill>
          </a:ln>
        </p:spPr>
        <p:style>
          <a:lnRef idx="1">
            <a:schemeClr val="accent5"/>
          </a:lnRef>
          <a:fillRef idx="0">
            <a:schemeClr val="accent5"/>
          </a:fillRef>
          <a:effectRef idx="0">
            <a:schemeClr val="accent5"/>
          </a:effectRef>
          <a:fontRef idx="minor">
            <a:schemeClr val="tx1"/>
          </a:fontRef>
        </p:style>
      </p:cxnSp>
      <p:cxnSp>
        <p:nvCxnSpPr>
          <p:cNvPr id="27" name="Connecteur droit 26">
            <a:extLst>
              <a:ext uri="{FF2B5EF4-FFF2-40B4-BE49-F238E27FC236}">
                <a16:creationId xmlns:a16="http://schemas.microsoft.com/office/drawing/2014/main" id="{7DDF9651-1EA0-A2EE-98E7-66492F211CF2}"/>
              </a:ext>
            </a:extLst>
          </p:cNvPr>
          <p:cNvCxnSpPr>
            <a:cxnSpLocks/>
          </p:cNvCxnSpPr>
          <p:nvPr userDrawn="1"/>
        </p:nvCxnSpPr>
        <p:spPr>
          <a:xfrm>
            <a:off x="788988" y="2839177"/>
            <a:ext cx="0" cy="685695"/>
          </a:xfrm>
          <a:prstGeom prst="line">
            <a:avLst/>
          </a:prstGeom>
          <a:ln w="57150">
            <a:solidFill>
              <a:schemeClr val="accent5"/>
            </a:solidFill>
          </a:ln>
        </p:spPr>
        <p:style>
          <a:lnRef idx="1">
            <a:schemeClr val="accent5"/>
          </a:lnRef>
          <a:fillRef idx="0">
            <a:schemeClr val="accent5"/>
          </a:fillRef>
          <a:effectRef idx="0">
            <a:schemeClr val="accent5"/>
          </a:effectRef>
          <a:fontRef idx="minor">
            <a:schemeClr val="tx1"/>
          </a:fontRef>
        </p:style>
      </p:cxnSp>
      <p:cxnSp>
        <p:nvCxnSpPr>
          <p:cNvPr id="28" name="Connecteur droit 27">
            <a:extLst>
              <a:ext uri="{FF2B5EF4-FFF2-40B4-BE49-F238E27FC236}">
                <a16:creationId xmlns:a16="http://schemas.microsoft.com/office/drawing/2014/main" id="{10B39CE6-F414-E073-5F3D-3547B874F7A2}"/>
              </a:ext>
            </a:extLst>
          </p:cNvPr>
          <p:cNvCxnSpPr>
            <a:cxnSpLocks/>
          </p:cNvCxnSpPr>
          <p:nvPr userDrawn="1"/>
        </p:nvCxnSpPr>
        <p:spPr>
          <a:xfrm>
            <a:off x="788988" y="4887863"/>
            <a:ext cx="0" cy="685695"/>
          </a:xfrm>
          <a:prstGeom prst="line">
            <a:avLst/>
          </a:prstGeom>
          <a:ln w="57150">
            <a:solidFill>
              <a:schemeClr val="accent5"/>
            </a:solidFill>
          </a:ln>
        </p:spPr>
        <p:style>
          <a:lnRef idx="1">
            <a:schemeClr val="accent5"/>
          </a:lnRef>
          <a:fillRef idx="0">
            <a:schemeClr val="accent5"/>
          </a:fillRef>
          <a:effectRef idx="0">
            <a:schemeClr val="accent5"/>
          </a:effectRef>
          <a:fontRef idx="minor">
            <a:schemeClr val="tx1"/>
          </a:fontRef>
        </p:style>
      </p:cxnSp>
      <p:sp>
        <p:nvSpPr>
          <p:cNvPr id="29" name="Rectangle : coins arrondis 28">
            <a:extLst>
              <a:ext uri="{FF2B5EF4-FFF2-40B4-BE49-F238E27FC236}">
                <a16:creationId xmlns:a16="http://schemas.microsoft.com/office/drawing/2014/main" id="{18937BF8-4DBE-22F9-D5DC-109E07B389F9}"/>
              </a:ext>
            </a:extLst>
          </p:cNvPr>
          <p:cNvSpPr/>
          <p:nvPr userDrawn="1"/>
        </p:nvSpPr>
        <p:spPr>
          <a:xfrm>
            <a:off x="7418716" y="1376020"/>
            <a:ext cx="4511981" cy="4806500"/>
          </a:xfrm>
          <a:prstGeom prst="roundRect">
            <a:avLst>
              <a:gd name="adj" fmla="val 2710"/>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2" name="Shape 2550">
            <a:extLst>
              <a:ext uri="{FF2B5EF4-FFF2-40B4-BE49-F238E27FC236}">
                <a16:creationId xmlns:a16="http://schemas.microsoft.com/office/drawing/2014/main" id="{2D6BC122-9B97-B59E-38B5-1166CBEFE2B4}"/>
              </a:ext>
            </a:extLst>
          </p:cNvPr>
          <p:cNvSpPr/>
          <p:nvPr userDrawn="1"/>
        </p:nvSpPr>
        <p:spPr>
          <a:xfrm>
            <a:off x="301297" y="1382572"/>
            <a:ext cx="312533" cy="349391"/>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chemeClr val="accent5"/>
          </a:solidFill>
          <a:ln w="12700">
            <a:solidFill>
              <a:schemeClr val="accent5"/>
            </a:solidFill>
            <a:miter lim="400000"/>
          </a:ln>
        </p:spPr>
        <p:txBody>
          <a:bodyPr lIns="14284" tIns="14284" rIns="14284" bIns="14284" anchor="ctr"/>
          <a:lstStyle/>
          <a:p>
            <a:pPr defTabSz="171399" eaLnBrk="1" hangingPunct="1">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solidFill>
                <a:srgbClr val="FFFFFF"/>
              </a:solidFill>
              <a:effectLst>
                <a:outerShdw blurRad="38100" dist="12700" dir="5400000" rotWithShape="0">
                  <a:srgbClr val="000000">
                    <a:alpha val="50000"/>
                  </a:srgbClr>
                </a:outerShdw>
              </a:effectLst>
              <a:latin typeface="Gill Sans"/>
              <a:ea typeface="Calibri" charset="0"/>
              <a:cs typeface="Calibri" charset="0"/>
              <a:sym typeface="Gill Sans"/>
            </a:endParaRPr>
          </a:p>
        </p:txBody>
      </p:sp>
      <p:sp>
        <p:nvSpPr>
          <p:cNvPr id="7" name="Freeform 97">
            <a:extLst>
              <a:ext uri="{FF2B5EF4-FFF2-40B4-BE49-F238E27FC236}">
                <a16:creationId xmlns:a16="http://schemas.microsoft.com/office/drawing/2014/main" id="{E774DBC8-A2C0-9221-781D-01D76DA9E569}"/>
              </a:ext>
            </a:extLst>
          </p:cNvPr>
          <p:cNvSpPr>
            <a:spLocks noChangeArrowheads="1"/>
          </p:cNvSpPr>
          <p:nvPr userDrawn="1"/>
        </p:nvSpPr>
        <p:spPr bwMode="auto">
          <a:xfrm>
            <a:off x="289382" y="2839177"/>
            <a:ext cx="312533" cy="341999"/>
          </a:xfrm>
          <a:custGeom>
            <a:avLst/>
            <a:gdLst>
              <a:gd name="T0" fmla="*/ 383 w 472"/>
              <a:gd name="T1" fmla="*/ 309 h 501"/>
              <a:gd name="T2" fmla="*/ 383 w 472"/>
              <a:gd name="T3" fmla="*/ 309 h 501"/>
              <a:gd name="T4" fmla="*/ 295 w 472"/>
              <a:gd name="T5" fmla="*/ 353 h 501"/>
              <a:gd name="T6" fmla="*/ 192 w 472"/>
              <a:gd name="T7" fmla="*/ 294 h 501"/>
              <a:gd name="T8" fmla="*/ 206 w 472"/>
              <a:gd name="T9" fmla="*/ 250 h 501"/>
              <a:gd name="T10" fmla="*/ 192 w 472"/>
              <a:gd name="T11" fmla="*/ 221 h 501"/>
              <a:gd name="T12" fmla="*/ 310 w 472"/>
              <a:gd name="T13" fmla="*/ 162 h 501"/>
              <a:gd name="T14" fmla="*/ 383 w 472"/>
              <a:gd name="T15" fmla="*/ 191 h 501"/>
              <a:gd name="T16" fmla="*/ 471 w 472"/>
              <a:gd name="T17" fmla="*/ 88 h 501"/>
              <a:gd name="T18" fmla="*/ 383 w 472"/>
              <a:gd name="T19" fmla="*/ 0 h 501"/>
              <a:gd name="T20" fmla="*/ 280 w 472"/>
              <a:gd name="T21" fmla="*/ 88 h 501"/>
              <a:gd name="T22" fmla="*/ 280 w 472"/>
              <a:gd name="T23" fmla="*/ 117 h 501"/>
              <a:gd name="T24" fmla="*/ 177 w 472"/>
              <a:gd name="T25" fmla="*/ 176 h 501"/>
              <a:gd name="T26" fmla="*/ 103 w 472"/>
              <a:gd name="T27" fmla="*/ 147 h 501"/>
              <a:gd name="T28" fmla="*/ 0 w 472"/>
              <a:gd name="T29" fmla="*/ 250 h 501"/>
              <a:gd name="T30" fmla="*/ 103 w 472"/>
              <a:gd name="T31" fmla="*/ 353 h 501"/>
              <a:gd name="T32" fmla="*/ 162 w 472"/>
              <a:gd name="T33" fmla="*/ 323 h 501"/>
              <a:gd name="T34" fmla="*/ 162 w 472"/>
              <a:gd name="T35" fmla="*/ 323 h 501"/>
              <a:gd name="T36" fmla="*/ 280 w 472"/>
              <a:gd name="T37" fmla="*/ 397 h 501"/>
              <a:gd name="T38" fmla="*/ 280 w 472"/>
              <a:gd name="T39" fmla="*/ 412 h 501"/>
              <a:gd name="T40" fmla="*/ 383 w 472"/>
              <a:gd name="T41" fmla="*/ 500 h 501"/>
              <a:gd name="T42" fmla="*/ 471 w 472"/>
              <a:gd name="T43" fmla="*/ 412 h 501"/>
              <a:gd name="T44" fmla="*/ 383 w 472"/>
              <a:gd name="T45" fmla="*/ 309 h 501"/>
              <a:gd name="T46" fmla="*/ 383 w 472"/>
              <a:gd name="T47" fmla="*/ 29 h 501"/>
              <a:gd name="T48" fmla="*/ 383 w 472"/>
              <a:gd name="T49" fmla="*/ 29 h 501"/>
              <a:gd name="T50" fmla="*/ 442 w 472"/>
              <a:gd name="T51" fmla="*/ 88 h 501"/>
              <a:gd name="T52" fmla="*/ 383 w 472"/>
              <a:gd name="T53" fmla="*/ 147 h 501"/>
              <a:gd name="T54" fmla="*/ 324 w 472"/>
              <a:gd name="T55" fmla="*/ 88 h 501"/>
              <a:gd name="T56" fmla="*/ 383 w 472"/>
              <a:gd name="T57" fmla="*/ 29 h 501"/>
              <a:gd name="T58" fmla="*/ 103 w 472"/>
              <a:gd name="T59" fmla="*/ 309 h 501"/>
              <a:gd name="T60" fmla="*/ 103 w 472"/>
              <a:gd name="T61" fmla="*/ 309 h 501"/>
              <a:gd name="T62" fmla="*/ 44 w 472"/>
              <a:gd name="T63" fmla="*/ 250 h 501"/>
              <a:gd name="T64" fmla="*/ 103 w 472"/>
              <a:gd name="T65" fmla="*/ 191 h 501"/>
              <a:gd name="T66" fmla="*/ 162 w 472"/>
              <a:gd name="T67" fmla="*/ 250 h 501"/>
              <a:gd name="T68" fmla="*/ 103 w 472"/>
              <a:gd name="T69" fmla="*/ 309 h 501"/>
              <a:gd name="T70" fmla="*/ 383 w 472"/>
              <a:gd name="T71" fmla="*/ 471 h 501"/>
              <a:gd name="T72" fmla="*/ 383 w 472"/>
              <a:gd name="T73" fmla="*/ 471 h 501"/>
              <a:gd name="T74" fmla="*/ 324 w 472"/>
              <a:gd name="T75" fmla="*/ 412 h 501"/>
              <a:gd name="T76" fmla="*/ 383 w 472"/>
              <a:gd name="T77" fmla="*/ 353 h 501"/>
              <a:gd name="T78" fmla="*/ 442 w 472"/>
              <a:gd name="T79" fmla="*/ 412 h 501"/>
              <a:gd name="T80" fmla="*/ 383 w 472"/>
              <a:gd name="T81" fmla="*/ 47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72" h="501">
                <a:moveTo>
                  <a:pt x="383" y="309"/>
                </a:moveTo>
                <a:lnTo>
                  <a:pt x="383" y="309"/>
                </a:lnTo>
                <a:cubicBezTo>
                  <a:pt x="339" y="309"/>
                  <a:pt x="310" y="323"/>
                  <a:pt x="295" y="353"/>
                </a:cubicBezTo>
                <a:cubicBezTo>
                  <a:pt x="192" y="294"/>
                  <a:pt x="192" y="294"/>
                  <a:pt x="192" y="294"/>
                </a:cubicBezTo>
                <a:cubicBezTo>
                  <a:pt x="192" y="280"/>
                  <a:pt x="206" y="264"/>
                  <a:pt x="206" y="250"/>
                </a:cubicBezTo>
                <a:cubicBezTo>
                  <a:pt x="206" y="235"/>
                  <a:pt x="206" y="235"/>
                  <a:pt x="192" y="221"/>
                </a:cubicBezTo>
                <a:cubicBezTo>
                  <a:pt x="310" y="162"/>
                  <a:pt x="310" y="162"/>
                  <a:pt x="310" y="162"/>
                </a:cubicBezTo>
                <a:cubicBezTo>
                  <a:pt x="324" y="176"/>
                  <a:pt x="353" y="191"/>
                  <a:pt x="383" y="191"/>
                </a:cubicBezTo>
                <a:cubicBezTo>
                  <a:pt x="427" y="191"/>
                  <a:pt x="471" y="147"/>
                  <a:pt x="471" y="88"/>
                </a:cubicBezTo>
                <a:cubicBezTo>
                  <a:pt x="471" y="44"/>
                  <a:pt x="427" y="0"/>
                  <a:pt x="383" y="0"/>
                </a:cubicBezTo>
                <a:cubicBezTo>
                  <a:pt x="324" y="0"/>
                  <a:pt x="280" y="44"/>
                  <a:pt x="280" y="88"/>
                </a:cubicBezTo>
                <a:cubicBezTo>
                  <a:pt x="280" y="103"/>
                  <a:pt x="280" y="117"/>
                  <a:pt x="280" y="117"/>
                </a:cubicBezTo>
                <a:cubicBezTo>
                  <a:pt x="177" y="176"/>
                  <a:pt x="177" y="176"/>
                  <a:pt x="177" y="176"/>
                </a:cubicBezTo>
                <a:cubicBezTo>
                  <a:pt x="162" y="162"/>
                  <a:pt x="133" y="147"/>
                  <a:pt x="103" y="147"/>
                </a:cubicBezTo>
                <a:cubicBezTo>
                  <a:pt x="44" y="147"/>
                  <a:pt x="0" y="191"/>
                  <a:pt x="0" y="250"/>
                </a:cubicBezTo>
                <a:cubicBezTo>
                  <a:pt x="0" y="309"/>
                  <a:pt x="44" y="353"/>
                  <a:pt x="103" y="353"/>
                </a:cubicBezTo>
                <a:cubicBezTo>
                  <a:pt x="133" y="353"/>
                  <a:pt x="148" y="338"/>
                  <a:pt x="162" y="323"/>
                </a:cubicBezTo>
                <a:lnTo>
                  <a:pt x="162" y="323"/>
                </a:lnTo>
                <a:cubicBezTo>
                  <a:pt x="280" y="397"/>
                  <a:pt x="280" y="397"/>
                  <a:pt x="280" y="397"/>
                </a:cubicBezTo>
                <a:cubicBezTo>
                  <a:pt x="280" y="397"/>
                  <a:pt x="280" y="397"/>
                  <a:pt x="280" y="412"/>
                </a:cubicBezTo>
                <a:cubicBezTo>
                  <a:pt x="280" y="456"/>
                  <a:pt x="324" y="500"/>
                  <a:pt x="383" y="500"/>
                </a:cubicBezTo>
                <a:cubicBezTo>
                  <a:pt x="427" y="500"/>
                  <a:pt x="471" y="456"/>
                  <a:pt x="471" y="412"/>
                </a:cubicBezTo>
                <a:cubicBezTo>
                  <a:pt x="471" y="353"/>
                  <a:pt x="427" y="309"/>
                  <a:pt x="383" y="309"/>
                </a:cubicBezTo>
                <a:close/>
                <a:moveTo>
                  <a:pt x="383" y="29"/>
                </a:moveTo>
                <a:lnTo>
                  <a:pt x="383" y="29"/>
                </a:lnTo>
                <a:cubicBezTo>
                  <a:pt x="412" y="29"/>
                  <a:pt x="442" y="59"/>
                  <a:pt x="442" y="88"/>
                </a:cubicBezTo>
                <a:cubicBezTo>
                  <a:pt x="442" y="132"/>
                  <a:pt x="412" y="147"/>
                  <a:pt x="383" y="147"/>
                </a:cubicBezTo>
                <a:cubicBezTo>
                  <a:pt x="339" y="147"/>
                  <a:pt x="324" y="132"/>
                  <a:pt x="324" y="88"/>
                </a:cubicBezTo>
                <a:cubicBezTo>
                  <a:pt x="324" y="59"/>
                  <a:pt x="339" y="29"/>
                  <a:pt x="383" y="29"/>
                </a:cubicBezTo>
                <a:close/>
                <a:moveTo>
                  <a:pt x="103" y="309"/>
                </a:moveTo>
                <a:lnTo>
                  <a:pt x="103" y="309"/>
                </a:lnTo>
                <a:cubicBezTo>
                  <a:pt x="74" y="309"/>
                  <a:pt x="44" y="280"/>
                  <a:pt x="44" y="250"/>
                </a:cubicBezTo>
                <a:cubicBezTo>
                  <a:pt x="44" y="221"/>
                  <a:pt x="74" y="191"/>
                  <a:pt x="103" y="191"/>
                </a:cubicBezTo>
                <a:cubicBezTo>
                  <a:pt x="133" y="191"/>
                  <a:pt x="162" y="221"/>
                  <a:pt x="162" y="250"/>
                </a:cubicBezTo>
                <a:cubicBezTo>
                  <a:pt x="162" y="280"/>
                  <a:pt x="133" y="309"/>
                  <a:pt x="103" y="309"/>
                </a:cubicBezTo>
                <a:close/>
                <a:moveTo>
                  <a:pt x="383" y="471"/>
                </a:moveTo>
                <a:lnTo>
                  <a:pt x="383" y="471"/>
                </a:lnTo>
                <a:cubicBezTo>
                  <a:pt x="339" y="471"/>
                  <a:pt x="324" y="441"/>
                  <a:pt x="324" y="412"/>
                </a:cubicBezTo>
                <a:cubicBezTo>
                  <a:pt x="324" y="368"/>
                  <a:pt x="339" y="353"/>
                  <a:pt x="383" y="353"/>
                </a:cubicBezTo>
                <a:cubicBezTo>
                  <a:pt x="412" y="353"/>
                  <a:pt x="442" y="368"/>
                  <a:pt x="442" y="412"/>
                </a:cubicBezTo>
                <a:cubicBezTo>
                  <a:pt x="442" y="441"/>
                  <a:pt x="412" y="471"/>
                  <a:pt x="383" y="471"/>
                </a:cubicBezTo>
                <a:close/>
              </a:path>
            </a:pathLst>
          </a:custGeom>
          <a:solidFill>
            <a:schemeClr val="accent5"/>
          </a:solidFill>
          <a:ln>
            <a:solidFill>
              <a:schemeClr val="accent5"/>
            </a:solidFill>
          </a:ln>
          <a:effectLst/>
          <a:extLst>
            <a:ext uri="{91240B29-F687-4f45-9708-019B960494DF}"/>
            <a:ext uri="{AF507438-7753-43e0-B8FC-AC1667EBCBE1}"/>
          </a:extLst>
        </p:spPr>
        <p:txBody>
          <a:bodyPr wrap="none" anchor="ctr"/>
          <a:lstStyle/>
          <a:p>
            <a:pPr eaLnBrk="1" fontAlgn="auto" hangingPunct="1">
              <a:spcBef>
                <a:spcPts val="0"/>
              </a:spcBef>
              <a:spcAft>
                <a:spcPts val="0"/>
              </a:spcAft>
              <a:defRPr/>
            </a:pPr>
            <a:endParaRPr lang="en-US">
              <a:latin typeface="+mn-lt"/>
              <a:ea typeface="+mn-ea"/>
            </a:endParaRPr>
          </a:p>
        </p:txBody>
      </p:sp>
      <p:sp>
        <p:nvSpPr>
          <p:cNvPr id="9" name="Freeform 166">
            <a:extLst>
              <a:ext uri="{FF2B5EF4-FFF2-40B4-BE49-F238E27FC236}">
                <a16:creationId xmlns:a16="http://schemas.microsoft.com/office/drawing/2014/main" id="{6827224E-21BF-9551-0DD8-BA0391CC55B1}"/>
              </a:ext>
            </a:extLst>
          </p:cNvPr>
          <p:cNvSpPr>
            <a:spLocks noChangeArrowheads="1"/>
          </p:cNvSpPr>
          <p:nvPr userDrawn="1"/>
        </p:nvSpPr>
        <p:spPr bwMode="auto">
          <a:xfrm>
            <a:off x="301297" y="4894430"/>
            <a:ext cx="312533" cy="340544"/>
          </a:xfrm>
          <a:custGeom>
            <a:avLst/>
            <a:gdLst>
              <a:gd name="T0" fmla="*/ 371 w 390"/>
              <a:gd name="T1" fmla="*/ 0 h 445"/>
              <a:gd name="T2" fmla="*/ 371 w 390"/>
              <a:gd name="T3" fmla="*/ 0 h 445"/>
              <a:gd name="T4" fmla="*/ 310 w 390"/>
              <a:gd name="T5" fmla="*/ 0 h 445"/>
              <a:gd name="T6" fmla="*/ 292 w 390"/>
              <a:gd name="T7" fmla="*/ 28 h 445"/>
              <a:gd name="T8" fmla="*/ 292 w 390"/>
              <a:gd name="T9" fmla="*/ 444 h 445"/>
              <a:gd name="T10" fmla="*/ 389 w 390"/>
              <a:gd name="T11" fmla="*/ 444 h 445"/>
              <a:gd name="T12" fmla="*/ 389 w 390"/>
              <a:gd name="T13" fmla="*/ 28 h 445"/>
              <a:gd name="T14" fmla="*/ 371 w 390"/>
              <a:gd name="T15" fmla="*/ 0 h 445"/>
              <a:gd name="T16" fmla="*/ 221 w 390"/>
              <a:gd name="T17" fmla="*/ 151 h 445"/>
              <a:gd name="T18" fmla="*/ 221 w 390"/>
              <a:gd name="T19" fmla="*/ 151 h 445"/>
              <a:gd name="T20" fmla="*/ 168 w 390"/>
              <a:gd name="T21" fmla="*/ 151 h 445"/>
              <a:gd name="T22" fmla="*/ 141 w 390"/>
              <a:gd name="T23" fmla="*/ 178 h 445"/>
              <a:gd name="T24" fmla="*/ 141 w 390"/>
              <a:gd name="T25" fmla="*/ 444 h 445"/>
              <a:gd name="T26" fmla="*/ 248 w 390"/>
              <a:gd name="T27" fmla="*/ 444 h 445"/>
              <a:gd name="T28" fmla="*/ 248 w 390"/>
              <a:gd name="T29" fmla="*/ 178 h 445"/>
              <a:gd name="T30" fmla="*/ 221 w 390"/>
              <a:gd name="T31" fmla="*/ 151 h 445"/>
              <a:gd name="T32" fmla="*/ 70 w 390"/>
              <a:gd name="T33" fmla="*/ 302 h 445"/>
              <a:gd name="T34" fmla="*/ 70 w 390"/>
              <a:gd name="T35" fmla="*/ 302 h 445"/>
              <a:gd name="T36" fmla="*/ 17 w 390"/>
              <a:gd name="T37" fmla="*/ 302 h 445"/>
              <a:gd name="T38" fmla="*/ 0 w 390"/>
              <a:gd name="T39" fmla="*/ 319 h 445"/>
              <a:gd name="T40" fmla="*/ 0 w 390"/>
              <a:gd name="T41" fmla="*/ 444 h 445"/>
              <a:gd name="T42" fmla="*/ 97 w 390"/>
              <a:gd name="T43" fmla="*/ 444 h 445"/>
              <a:gd name="T44" fmla="*/ 97 w 390"/>
              <a:gd name="T45" fmla="*/ 319 h 445"/>
              <a:gd name="T46" fmla="*/ 70 w 390"/>
              <a:gd name="T47" fmla="*/ 302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0" h="445">
                <a:moveTo>
                  <a:pt x="371" y="0"/>
                </a:moveTo>
                <a:lnTo>
                  <a:pt x="371" y="0"/>
                </a:lnTo>
                <a:cubicBezTo>
                  <a:pt x="310" y="0"/>
                  <a:pt x="310" y="0"/>
                  <a:pt x="310" y="0"/>
                </a:cubicBezTo>
                <a:cubicBezTo>
                  <a:pt x="301" y="0"/>
                  <a:pt x="292" y="10"/>
                  <a:pt x="292" y="28"/>
                </a:cubicBezTo>
                <a:cubicBezTo>
                  <a:pt x="292" y="444"/>
                  <a:pt x="292" y="444"/>
                  <a:pt x="292" y="444"/>
                </a:cubicBezTo>
                <a:cubicBezTo>
                  <a:pt x="389" y="444"/>
                  <a:pt x="389" y="444"/>
                  <a:pt x="389" y="444"/>
                </a:cubicBezTo>
                <a:cubicBezTo>
                  <a:pt x="389" y="28"/>
                  <a:pt x="389" y="28"/>
                  <a:pt x="389" y="28"/>
                </a:cubicBezTo>
                <a:cubicBezTo>
                  <a:pt x="389" y="10"/>
                  <a:pt x="380" y="0"/>
                  <a:pt x="371" y="0"/>
                </a:cubicBezTo>
                <a:close/>
                <a:moveTo>
                  <a:pt x="221" y="151"/>
                </a:moveTo>
                <a:lnTo>
                  <a:pt x="221" y="151"/>
                </a:lnTo>
                <a:cubicBezTo>
                  <a:pt x="168" y="151"/>
                  <a:pt x="168" y="151"/>
                  <a:pt x="168" y="151"/>
                </a:cubicBezTo>
                <a:cubicBezTo>
                  <a:pt x="150" y="151"/>
                  <a:pt x="141" y="160"/>
                  <a:pt x="141" y="178"/>
                </a:cubicBezTo>
                <a:cubicBezTo>
                  <a:pt x="141" y="444"/>
                  <a:pt x="141" y="444"/>
                  <a:pt x="141" y="444"/>
                </a:cubicBezTo>
                <a:cubicBezTo>
                  <a:pt x="248" y="444"/>
                  <a:pt x="248" y="444"/>
                  <a:pt x="248" y="444"/>
                </a:cubicBezTo>
                <a:cubicBezTo>
                  <a:pt x="248" y="178"/>
                  <a:pt x="248" y="178"/>
                  <a:pt x="248" y="178"/>
                </a:cubicBezTo>
                <a:cubicBezTo>
                  <a:pt x="248" y="160"/>
                  <a:pt x="230" y="151"/>
                  <a:pt x="221" y="151"/>
                </a:cubicBezTo>
                <a:close/>
                <a:moveTo>
                  <a:pt x="70" y="302"/>
                </a:moveTo>
                <a:lnTo>
                  <a:pt x="70" y="302"/>
                </a:lnTo>
                <a:cubicBezTo>
                  <a:pt x="17" y="302"/>
                  <a:pt x="17" y="302"/>
                  <a:pt x="17" y="302"/>
                </a:cubicBezTo>
                <a:cubicBezTo>
                  <a:pt x="0" y="302"/>
                  <a:pt x="0" y="310"/>
                  <a:pt x="0" y="319"/>
                </a:cubicBezTo>
                <a:cubicBezTo>
                  <a:pt x="0" y="444"/>
                  <a:pt x="0" y="444"/>
                  <a:pt x="0" y="444"/>
                </a:cubicBezTo>
                <a:cubicBezTo>
                  <a:pt x="97" y="444"/>
                  <a:pt x="97" y="444"/>
                  <a:pt x="97" y="444"/>
                </a:cubicBezTo>
                <a:cubicBezTo>
                  <a:pt x="97" y="319"/>
                  <a:pt x="97" y="319"/>
                  <a:pt x="97" y="319"/>
                </a:cubicBezTo>
                <a:cubicBezTo>
                  <a:pt x="97" y="310"/>
                  <a:pt x="88" y="302"/>
                  <a:pt x="70" y="302"/>
                </a:cubicBezTo>
                <a:close/>
              </a:path>
            </a:pathLst>
          </a:custGeom>
          <a:solidFill>
            <a:schemeClr val="accent5"/>
          </a:solidFill>
          <a:ln>
            <a:solidFill>
              <a:schemeClr val="accent5"/>
            </a:solidFill>
          </a:ln>
          <a:effectLst/>
          <a:extLst>
            <a:ext uri="{91240B29-F687-4f45-9708-019B960494DF}"/>
            <a:ext uri="{AF507438-7753-43e0-B8FC-AC1667EBCBE1}"/>
          </a:ex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 name="ZoneTexte 9">
            <a:extLst>
              <a:ext uri="{FF2B5EF4-FFF2-40B4-BE49-F238E27FC236}">
                <a16:creationId xmlns:a16="http://schemas.microsoft.com/office/drawing/2014/main" id="{D944C557-1621-FF5F-967B-17D56DE83C80}"/>
              </a:ext>
            </a:extLst>
          </p:cNvPr>
          <p:cNvSpPr txBox="1"/>
          <p:nvPr userDrawn="1"/>
        </p:nvSpPr>
        <p:spPr>
          <a:xfrm>
            <a:off x="788988" y="1373264"/>
            <a:ext cx="1075936"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t>Le besoin</a:t>
            </a:r>
          </a:p>
        </p:txBody>
      </p:sp>
      <p:sp>
        <p:nvSpPr>
          <p:cNvPr id="11" name="ZoneTexte 10">
            <a:extLst>
              <a:ext uri="{FF2B5EF4-FFF2-40B4-BE49-F238E27FC236}">
                <a16:creationId xmlns:a16="http://schemas.microsoft.com/office/drawing/2014/main" id="{1B595AF5-3339-588B-0095-FC27AE2A1717}"/>
              </a:ext>
            </a:extLst>
          </p:cNvPr>
          <p:cNvSpPr txBox="1"/>
          <p:nvPr userDrawn="1"/>
        </p:nvSpPr>
        <p:spPr>
          <a:xfrm>
            <a:off x="788988" y="2858940"/>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t>Notre approche </a:t>
            </a:r>
          </a:p>
        </p:txBody>
      </p:sp>
      <p:sp>
        <p:nvSpPr>
          <p:cNvPr id="12" name="ZoneTexte 11">
            <a:extLst>
              <a:ext uri="{FF2B5EF4-FFF2-40B4-BE49-F238E27FC236}">
                <a16:creationId xmlns:a16="http://schemas.microsoft.com/office/drawing/2014/main" id="{8E37C383-A4D7-201D-7B91-A95A3FD80193}"/>
              </a:ext>
            </a:extLst>
          </p:cNvPr>
          <p:cNvSpPr txBox="1"/>
          <p:nvPr userDrawn="1"/>
        </p:nvSpPr>
        <p:spPr>
          <a:xfrm>
            <a:off x="788988" y="4892882"/>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t>Les résultats</a:t>
            </a:r>
          </a:p>
        </p:txBody>
      </p:sp>
    </p:spTree>
    <p:extLst>
      <p:ext uri="{BB962C8B-B14F-4D97-AF65-F5344CB8AC3E}">
        <p14:creationId xmlns:p14="http://schemas.microsoft.com/office/powerpoint/2010/main" val="2375962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ge de fin">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D397D66B-9911-5E07-B7C0-4F5898FE5ABB}"/>
              </a:ext>
            </a:extLst>
          </p:cNvPr>
          <p:cNvPicPr>
            <a:picLocks noChangeAspect="1"/>
          </p:cNvPicPr>
          <p:nvPr userDrawn="1"/>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4792853" y="1620831"/>
            <a:ext cx="2606294" cy="3227324"/>
          </a:xfrm>
          <a:prstGeom prst="rect">
            <a:avLst/>
          </a:prstGeom>
        </p:spPr>
      </p:pic>
      <p:sp>
        <p:nvSpPr>
          <p:cNvPr id="12" name="ZoneTexte 11">
            <a:extLst>
              <a:ext uri="{FF2B5EF4-FFF2-40B4-BE49-F238E27FC236}">
                <a16:creationId xmlns:a16="http://schemas.microsoft.com/office/drawing/2014/main" id="{99FE2B1E-4523-DBB5-EE33-00AD5FF8460F}"/>
              </a:ext>
            </a:extLst>
          </p:cNvPr>
          <p:cNvSpPr txBox="1"/>
          <p:nvPr userDrawn="1"/>
        </p:nvSpPr>
        <p:spPr>
          <a:xfrm>
            <a:off x="4604244" y="6369634"/>
            <a:ext cx="2983510" cy="400110"/>
          </a:xfrm>
          <a:prstGeom prst="rect">
            <a:avLst/>
          </a:prstGeom>
          <a:noFill/>
        </p:spPr>
        <p:txBody>
          <a:bodyPr wrap="none" rtlCol="0">
            <a:spAutoFit/>
          </a:bodyPr>
          <a:lstStyle/>
          <a:p>
            <a:pPr algn="ctr"/>
            <a:r>
              <a:rPr lang="fr-FR" sz="2000" dirty="0">
                <a:solidFill>
                  <a:schemeClr val="tx1"/>
                </a:solidFill>
                <a:latin typeface="Barlow" panose="00000500000000000000" pitchFamily="2" charset="0"/>
              </a:rPr>
              <a:t>www.quadratic-labs.com</a:t>
            </a:r>
          </a:p>
        </p:txBody>
      </p:sp>
    </p:spTree>
    <p:extLst>
      <p:ext uri="{BB962C8B-B14F-4D97-AF65-F5344CB8AC3E}">
        <p14:creationId xmlns:p14="http://schemas.microsoft.com/office/powerpoint/2010/main" val="328298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7" name="Image 6">
            <a:extLst>
              <a:ext uri="{FF2B5EF4-FFF2-40B4-BE49-F238E27FC236}">
                <a16:creationId xmlns:a16="http://schemas.microsoft.com/office/drawing/2014/main" id="{21A505E3-CAC3-9D14-2310-3B9E5E5DE7F5}"/>
              </a:ext>
            </a:extLst>
          </p:cNvPr>
          <p:cNvPicPr>
            <a:picLocks noChangeAspect="1"/>
          </p:cNvPicPr>
          <p:nvPr userDrawn="1"/>
        </p:nvPicPr>
        <p:blipFill>
          <a:blip r:embed="rId2">
            <a:duotone>
              <a:prstClr val="black"/>
              <a:schemeClr val="accent1">
                <a:tint val="45000"/>
                <a:satMod val="400000"/>
              </a:schemeClr>
            </a:duotone>
          </a:blip>
          <a:stretch>
            <a:fillRect/>
          </a:stretch>
        </p:blipFill>
        <p:spPr>
          <a:xfrm>
            <a:off x="0" y="650874"/>
            <a:ext cx="4377908" cy="4377908"/>
          </a:xfrm>
          <a:prstGeom prst="rect">
            <a:avLst/>
          </a:prstGeom>
        </p:spPr>
      </p:pic>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3">
            <a:duotone>
              <a:prstClr val="black"/>
              <a:schemeClr val="accent1">
                <a:tint val="45000"/>
                <a:satMod val="400000"/>
              </a:schemeClr>
            </a:duotone>
          </a:blip>
          <a:stretch>
            <a:fillRect/>
          </a:stretch>
        </p:blipFill>
        <p:spPr>
          <a:xfrm>
            <a:off x="11512365" y="6301212"/>
            <a:ext cx="374834" cy="475399"/>
          </a:xfrm>
          <a:prstGeom prst="rect">
            <a:avLst/>
          </a:prstGeom>
        </p:spPr>
      </p:pic>
      <p:sp>
        <p:nvSpPr>
          <p:cNvPr id="19" name="ZoneTexte 18">
            <a:extLst>
              <a:ext uri="{FF2B5EF4-FFF2-40B4-BE49-F238E27FC236}">
                <a16:creationId xmlns:a16="http://schemas.microsoft.com/office/drawing/2014/main" id="{BE625E3B-0104-4027-D0CF-0BBC92DE7DC1}"/>
              </a:ext>
            </a:extLst>
          </p:cNvPr>
          <p:cNvSpPr txBox="1"/>
          <p:nvPr userDrawn="1"/>
        </p:nvSpPr>
        <p:spPr>
          <a:xfrm>
            <a:off x="9081890"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spTree>
    <p:extLst>
      <p:ext uri="{BB962C8B-B14F-4D97-AF65-F5344CB8AC3E}">
        <p14:creationId xmlns:p14="http://schemas.microsoft.com/office/powerpoint/2010/main" val="3005445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re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2"/>
          <a:stretch>
            <a:fillRect/>
          </a:stretch>
        </p:blipFill>
        <p:spPr>
          <a:xfrm>
            <a:off x="11512365" y="6301212"/>
            <a:ext cx="374834" cy="475399"/>
          </a:xfrm>
          <a:prstGeom prst="rect">
            <a:avLst/>
          </a:prstGeom>
        </p:spPr>
      </p:pic>
      <p:sp>
        <p:nvSpPr>
          <p:cNvPr id="19" name="ZoneTexte 18">
            <a:extLst>
              <a:ext uri="{FF2B5EF4-FFF2-40B4-BE49-F238E27FC236}">
                <a16:creationId xmlns:a16="http://schemas.microsoft.com/office/drawing/2014/main" id="{BE625E3B-0104-4027-D0CF-0BBC92DE7DC1}"/>
              </a:ext>
            </a:extLst>
          </p:cNvPr>
          <p:cNvSpPr txBox="1"/>
          <p:nvPr userDrawn="1"/>
        </p:nvSpPr>
        <p:spPr>
          <a:xfrm>
            <a:off x="9081890"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5" name="Image 4">
            <a:extLst>
              <a:ext uri="{FF2B5EF4-FFF2-40B4-BE49-F238E27FC236}">
                <a16:creationId xmlns:a16="http://schemas.microsoft.com/office/drawing/2014/main" id="{3A03DD93-1E3E-EACC-7DD4-AF5196B260E5}"/>
              </a:ext>
            </a:extLst>
          </p:cNvPr>
          <p:cNvPicPr>
            <a:picLocks noChangeAspect="1"/>
          </p:cNvPicPr>
          <p:nvPr userDrawn="1"/>
        </p:nvPicPr>
        <p:blipFill>
          <a:blip r:embed="rId3">
            <a:duotone>
              <a:prstClr val="black"/>
              <a:schemeClr val="accent1">
                <a:tint val="45000"/>
                <a:satMod val="400000"/>
              </a:schemeClr>
            </a:duotone>
          </a:blip>
          <a:stretch>
            <a:fillRect/>
          </a:stretch>
        </p:blipFill>
        <p:spPr>
          <a:xfrm>
            <a:off x="749301" y="650875"/>
            <a:ext cx="3290358" cy="4377907"/>
          </a:xfrm>
          <a:prstGeom prst="rect">
            <a:avLst/>
          </a:prstGeom>
        </p:spPr>
      </p:pic>
    </p:spTree>
    <p:extLst>
      <p:ext uri="{BB962C8B-B14F-4D97-AF65-F5344CB8AC3E}">
        <p14:creationId xmlns:p14="http://schemas.microsoft.com/office/powerpoint/2010/main" val="41952160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re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19" name="ZoneTexte 18">
            <a:extLst>
              <a:ext uri="{FF2B5EF4-FFF2-40B4-BE49-F238E27FC236}">
                <a16:creationId xmlns:a16="http://schemas.microsoft.com/office/drawing/2014/main" id="{BE625E3B-0104-4027-D0CF-0BBC92DE7DC1}"/>
              </a:ext>
            </a:extLst>
          </p:cNvPr>
          <p:cNvSpPr txBox="1"/>
          <p:nvPr userDrawn="1"/>
        </p:nvSpPr>
        <p:spPr>
          <a:xfrm>
            <a:off x="9456725"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6" name="Image 5">
            <a:extLst>
              <a:ext uri="{FF2B5EF4-FFF2-40B4-BE49-F238E27FC236}">
                <a16:creationId xmlns:a16="http://schemas.microsoft.com/office/drawing/2014/main" id="{C98FA8A2-46EA-C4B5-2ED9-00FB69314174}"/>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411051" y="612461"/>
            <a:ext cx="3538649" cy="4381842"/>
          </a:xfrm>
          <a:prstGeom prst="rect">
            <a:avLst/>
          </a:prstGeom>
        </p:spPr>
      </p:pic>
    </p:spTree>
    <p:extLst>
      <p:ext uri="{BB962C8B-B14F-4D97-AF65-F5344CB8AC3E}">
        <p14:creationId xmlns:p14="http://schemas.microsoft.com/office/powerpoint/2010/main" val="1852305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pic>
        <p:nvPicPr>
          <p:cNvPr id="8" name="Image 7">
            <a:extLst>
              <a:ext uri="{FF2B5EF4-FFF2-40B4-BE49-F238E27FC236}">
                <a16:creationId xmlns:a16="http://schemas.microsoft.com/office/drawing/2014/main" id="{631B6CDF-0D82-83CA-0FDF-9957C7039214}"/>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58741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A559487-FFAF-9004-049F-02454F246A57}"/>
              </a:ext>
            </a:extLst>
          </p:cNvPr>
          <p:cNvSpPr>
            <a:spLocks noGrp="1"/>
          </p:cNvSpPr>
          <p:nvPr>
            <p:ph idx="1"/>
          </p:nvPr>
        </p:nvSpPr>
        <p:spPr>
          <a:xfrm>
            <a:off x="261303" y="1531088"/>
            <a:ext cx="11669393" cy="4645875"/>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ED2BE8B6-177C-761E-6F1C-F3F02A5F14CD}"/>
              </a:ext>
            </a:extLst>
          </p:cNvPr>
          <p:cNvSpPr>
            <a:spLocks noGrp="1"/>
          </p:cNvSpPr>
          <p:nvPr>
            <p:ph type="dt" sz="half" idx="10"/>
          </p:nvPr>
        </p:nvSpPr>
        <p:spPr>
          <a:xfrm>
            <a:off x="261303" y="6356350"/>
            <a:ext cx="2743200" cy="365125"/>
          </a:xfrm>
        </p:spPr>
        <p:txBody>
          <a:bodyPr/>
          <a:lstStyle/>
          <a:p>
            <a:fld id="{DCF2D877-55A7-4280-9761-FC7FF1D56B23}" type="datetime1">
              <a:rPr lang="fr-FR" smtClean="0"/>
              <a:t>09/01/2024</a:t>
            </a:fld>
            <a:endParaRPr lang="fr-FR"/>
          </a:p>
        </p:txBody>
      </p:sp>
      <p:sp>
        <p:nvSpPr>
          <p:cNvPr id="5" name="Espace réservé du pied de page 4">
            <a:extLst>
              <a:ext uri="{FF2B5EF4-FFF2-40B4-BE49-F238E27FC236}">
                <a16:creationId xmlns:a16="http://schemas.microsoft.com/office/drawing/2014/main" id="{41DC9EA5-1E0E-FDBC-45A1-017B3CD4C2BD}"/>
              </a:ext>
            </a:extLst>
          </p:cNvPr>
          <p:cNvSpPr>
            <a:spLocks noGrp="1"/>
          </p:cNvSpPr>
          <p:nvPr>
            <p:ph type="ftr" sz="quarter" idx="11"/>
          </p:nvPr>
        </p:nvSpPr>
        <p:spPr/>
        <p:txBody>
          <a:body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0CAE3CC8-7DAE-391C-6FD1-A6358755E87F}"/>
              </a:ext>
            </a:extLst>
          </p:cNvPr>
          <p:cNvSpPr>
            <a:spLocks noGrp="1"/>
          </p:cNvSpPr>
          <p:nvPr>
            <p:ph type="sldNum" sz="quarter" idx="12"/>
          </p:nvPr>
        </p:nvSpPr>
        <p:spPr>
          <a:xfrm>
            <a:off x="9187497" y="6356350"/>
            <a:ext cx="2743200" cy="365125"/>
          </a:xfrm>
        </p:spPr>
        <p:txBody>
          <a:bodyPr/>
          <a:lstStyle/>
          <a:p>
            <a:fld id="{41DD7FD0-8CCF-4985-AE30-D6D48D0A42D3}" type="slidenum">
              <a:rPr lang="fr-FR" smtClean="0"/>
              <a:t>‹N°›</a:t>
            </a:fld>
            <a:endParaRPr lang="fr-FR"/>
          </a:p>
        </p:txBody>
      </p:sp>
      <p:sp>
        <p:nvSpPr>
          <p:cNvPr id="7" name="Titre 1">
            <a:extLst>
              <a:ext uri="{FF2B5EF4-FFF2-40B4-BE49-F238E27FC236}">
                <a16:creationId xmlns:a16="http://schemas.microsoft.com/office/drawing/2014/main" id="{FF2E53A6-2456-7D83-32E4-E2D05CBD30C4}"/>
              </a:ext>
            </a:extLst>
          </p:cNvPr>
          <p:cNvSpPr>
            <a:spLocks noGrp="1"/>
          </p:cNvSpPr>
          <p:nvPr>
            <p:ph type="title"/>
          </p:nvPr>
        </p:nvSpPr>
        <p:spPr>
          <a:xfrm>
            <a:off x="1063256" y="226902"/>
            <a:ext cx="10867442" cy="623702"/>
          </a:xfrm>
        </p:spPr>
        <p:txBody>
          <a:bodyPr/>
          <a:lstStyle/>
          <a:p>
            <a:r>
              <a:rPr lang="fr-FR" dirty="0"/>
              <a:t>Modifiez le style du titre</a:t>
            </a:r>
          </a:p>
        </p:txBody>
      </p:sp>
      <p:cxnSp>
        <p:nvCxnSpPr>
          <p:cNvPr id="11" name="Connecteur droit 10">
            <a:extLst>
              <a:ext uri="{FF2B5EF4-FFF2-40B4-BE49-F238E27FC236}">
                <a16:creationId xmlns:a16="http://schemas.microsoft.com/office/drawing/2014/main" id="{9317C058-D8F3-CC27-818C-09DCF165A148}"/>
              </a:ext>
            </a:extLst>
          </p:cNvPr>
          <p:cNvCxnSpPr>
            <a:cxnSpLocks/>
          </p:cNvCxnSpPr>
          <p:nvPr userDrawn="1"/>
        </p:nvCxnSpPr>
        <p:spPr>
          <a:xfrm>
            <a:off x="261303" y="1372378"/>
            <a:ext cx="11669395" cy="0"/>
          </a:xfrm>
          <a:prstGeom prst="line">
            <a:avLst/>
          </a:prstGeom>
          <a:ln w="57150">
            <a:solidFill>
              <a:schemeClr val="accent1"/>
            </a:solidFill>
          </a:ln>
        </p:spPr>
        <p:style>
          <a:lnRef idx="1">
            <a:schemeClr val="accent5"/>
          </a:lnRef>
          <a:fillRef idx="0">
            <a:schemeClr val="accent5"/>
          </a:fillRef>
          <a:effectRef idx="0">
            <a:schemeClr val="accent5"/>
          </a:effectRef>
          <a:fontRef idx="minor">
            <a:schemeClr val="tx1"/>
          </a:fontRef>
        </p:style>
      </p:cxnSp>
      <p:sp>
        <p:nvSpPr>
          <p:cNvPr id="12" name="Espace réservé du texte 9">
            <a:extLst>
              <a:ext uri="{FF2B5EF4-FFF2-40B4-BE49-F238E27FC236}">
                <a16:creationId xmlns:a16="http://schemas.microsoft.com/office/drawing/2014/main" id="{F3D61B73-0515-AA37-7C97-83AECF96DA1E}"/>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pic>
        <p:nvPicPr>
          <p:cNvPr id="8" name="Image 7">
            <a:extLst>
              <a:ext uri="{FF2B5EF4-FFF2-40B4-BE49-F238E27FC236}">
                <a16:creationId xmlns:a16="http://schemas.microsoft.com/office/drawing/2014/main" id="{299E18CD-A970-ED68-E146-82C1B9CBEAC3}"/>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5427746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A90439-E433-1E60-DBD5-0A47D2A54767}"/>
              </a:ext>
            </a:extLst>
          </p:cNvPr>
          <p:cNvSpPr>
            <a:spLocks noGrp="1"/>
          </p:cNvSpPr>
          <p:nvPr>
            <p:ph sz="half" idx="1"/>
          </p:nvPr>
        </p:nvSpPr>
        <p:spPr>
          <a:xfrm>
            <a:off x="237055" y="1520456"/>
            <a:ext cx="5782745" cy="465650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contenu 3">
            <a:extLst>
              <a:ext uri="{FF2B5EF4-FFF2-40B4-BE49-F238E27FC236}">
                <a16:creationId xmlns:a16="http://schemas.microsoft.com/office/drawing/2014/main" id="{B85DA2C1-382A-FDD5-DF0E-FEADFDF4191E}"/>
              </a:ext>
            </a:extLst>
          </p:cNvPr>
          <p:cNvSpPr>
            <a:spLocks noGrp="1"/>
          </p:cNvSpPr>
          <p:nvPr>
            <p:ph sz="half" idx="2"/>
          </p:nvPr>
        </p:nvSpPr>
        <p:spPr>
          <a:xfrm>
            <a:off x="6172200" y="1520456"/>
            <a:ext cx="5758496" cy="465650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e la date 4">
            <a:extLst>
              <a:ext uri="{FF2B5EF4-FFF2-40B4-BE49-F238E27FC236}">
                <a16:creationId xmlns:a16="http://schemas.microsoft.com/office/drawing/2014/main" id="{D4EBE020-139E-FC55-9B9D-E94A4688B6A6}"/>
              </a:ext>
            </a:extLst>
          </p:cNvPr>
          <p:cNvSpPr>
            <a:spLocks noGrp="1"/>
          </p:cNvSpPr>
          <p:nvPr>
            <p:ph type="dt" sz="half" idx="10"/>
          </p:nvPr>
        </p:nvSpPr>
        <p:spPr>
          <a:xfrm>
            <a:off x="237055" y="6356350"/>
            <a:ext cx="2743200" cy="365125"/>
          </a:xfrm>
        </p:spPr>
        <p:txBody>
          <a:bodyPr/>
          <a:lstStyle/>
          <a:p>
            <a:fld id="{D1F58CE8-8F4C-45E8-9484-15E46BADA532}" type="datetime1">
              <a:rPr lang="fr-FR" smtClean="0"/>
              <a:t>09/01/2024</a:t>
            </a:fld>
            <a:endParaRPr lang="fr-FR"/>
          </a:p>
        </p:txBody>
      </p:sp>
      <p:sp>
        <p:nvSpPr>
          <p:cNvPr id="6" name="Espace réservé du pied de page 5">
            <a:extLst>
              <a:ext uri="{FF2B5EF4-FFF2-40B4-BE49-F238E27FC236}">
                <a16:creationId xmlns:a16="http://schemas.microsoft.com/office/drawing/2014/main" id="{BA0059D6-B00E-5053-DE57-A52862B448DF}"/>
              </a:ext>
            </a:extLst>
          </p:cNvPr>
          <p:cNvSpPr>
            <a:spLocks noGrp="1"/>
          </p:cNvSpPr>
          <p:nvPr>
            <p:ph type="ftr" sz="quarter" idx="11"/>
          </p:nvPr>
        </p:nvSpPr>
        <p:spPr/>
        <p:txBody>
          <a:bodyPr/>
          <a:lstStyle/>
          <a:p>
            <a:r>
              <a:rPr lang="fr-FR"/>
              <a:t>Pied de page (copyright, rappel du titre, etc.)</a:t>
            </a:r>
          </a:p>
        </p:txBody>
      </p:sp>
      <p:sp>
        <p:nvSpPr>
          <p:cNvPr id="7" name="Espace réservé du numéro de diapositive 6">
            <a:extLst>
              <a:ext uri="{FF2B5EF4-FFF2-40B4-BE49-F238E27FC236}">
                <a16:creationId xmlns:a16="http://schemas.microsoft.com/office/drawing/2014/main" id="{8A3605E4-186E-761D-AFC2-2E75FDA7FFBE}"/>
              </a:ext>
            </a:extLst>
          </p:cNvPr>
          <p:cNvSpPr>
            <a:spLocks noGrp="1"/>
          </p:cNvSpPr>
          <p:nvPr>
            <p:ph type="sldNum" sz="quarter" idx="12"/>
          </p:nvPr>
        </p:nvSpPr>
        <p:spPr>
          <a:xfrm>
            <a:off x="9187496" y="6356350"/>
            <a:ext cx="2743200" cy="365125"/>
          </a:xfrm>
        </p:spPr>
        <p:txBody>
          <a:bodyPr/>
          <a:lstStyle/>
          <a:p>
            <a:fld id="{41DD7FD0-8CCF-4985-AE30-D6D48D0A42D3}" type="slidenum">
              <a:rPr lang="fr-FR" smtClean="0"/>
              <a:t>‹N°›</a:t>
            </a:fld>
            <a:endParaRPr lang="fr-FR"/>
          </a:p>
        </p:txBody>
      </p:sp>
      <p:sp>
        <p:nvSpPr>
          <p:cNvPr id="8" name="Titre 1">
            <a:extLst>
              <a:ext uri="{FF2B5EF4-FFF2-40B4-BE49-F238E27FC236}">
                <a16:creationId xmlns:a16="http://schemas.microsoft.com/office/drawing/2014/main" id="{25B18CC4-EEEA-73A7-94C4-6F9892D133E1}"/>
              </a:ext>
            </a:extLst>
          </p:cNvPr>
          <p:cNvSpPr>
            <a:spLocks noGrp="1"/>
          </p:cNvSpPr>
          <p:nvPr>
            <p:ph type="title"/>
          </p:nvPr>
        </p:nvSpPr>
        <p:spPr>
          <a:xfrm>
            <a:off x="1063256" y="226902"/>
            <a:ext cx="10867442" cy="623702"/>
          </a:xfrm>
        </p:spPr>
        <p:txBody>
          <a:bodyPr/>
          <a:lstStyle/>
          <a:p>
            <a:r>
              <a:rPr lang="fr-FR" dirty="0"/>
              <a:t>Modifiez le style du titre</a:t>
            </a:r>
          </a:p>
        </p:txBody>
      </p:sp>
      <p:sp>
        <p:nvSpPr>
          <p:cNvPr id="10" name="Espace réservé du texte 9">
            <a:extLst>
              <a:ext uri="{FF2B5EF4-FFF2-40B4-BE49-F238E27FC236}">
                <a16:creationId xmlns:a16="http://schemas.microsoft.com/office/drawing/2014/main" id="{D0E8DE64-82C0-A85F-43E6-846305A3D2A4}"/>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cxnSp>
        <p:nvCxnSpPr>
          <p:cNvPr id="9" name="Connecteur droit 8">
            <a:extLst>
              <a:ext uri="{FF2B5EF4-FFF2-40B4-BE49-F238E27FC236}">
                <a16:creationId xmlns:a16="http://schemas.microsoft.com/office/drawing/2014/main" id="{73CE8110-6D62-0392-B40F-D73A0C77B9D1}"/>
              </a:ext>
            </a:extLst>
          </p:cNvPr>
          <p:cNvCxnSpPr>
            <a:cxnSpLocks/>
          </p:cNvCxnSpPr>
          <p:nvPr userDrawn="1"/>
        </p:nvCxnSpPr>
        <p:spPr>
          <a:xfrm>
            <a:off x="261303" y="1372378"/>
            <a:ext cx="11669395" cy="0"/>
          </a:xfrm>
          <a:prstGeom prst="line">
            <a:avLst/>
          </a:prstGeom>
          <a:ln w="57150">
            <a:solidFill>
              <a:schemeClr val="accent1"/>
            </a:solidFill>
          </a:ln>
        </p:spPr>
        <p:style>
          <a:lnRef idx="1">
            <a:schemeClr val="accent5"/>
          </a:lnRef>
          <a:fillRef idx="0">
            <a:schemeClr val="accent5"/>
          </a:fillRef>
          <a:effectRef idx="0">
            <a:schemeClr val="accent5"/>
          </a:effectRef>
          <a:fontRef idx="minor">
            <a:schemeClr val="tx1"/>
          </a:fontRef>
        </p:style>
      </p:cxnSp>
      <p:pic>
        <p:nvPicPr>
          <p:cNvPr id="11" name="Image 10">
            <a:extLst>
              <a:ext uri="{FF2B5EF4-FFF2-40B4-BE49-F238E27FC236}">
                <a16:creationId xmlns:a16="http://schemas.microsoft.com/office/drawing/2014/main" id="{8B22B096-616D-293F-751C-8A16AD0D1446}"/>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1317259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CA63E9AE-2E85-060A-2622-670846D50DD4}"/>
              </a:ext>
            </a:extLst>
          </p:cNvPr>
          <p:cNvSpPr>
            <a:spLocks noGrp="1"/>
          </p:cNvSpPr>
          <p:nvPr>
            <p:ph type="body" idx="1"/>
          </p:nvPr>
        </p:nvSpPr>
        <p:spPr>
          <a:xfrm>
            <a:off x="261304" y="1425987"/>
            <a:ext cx="5736272"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F49004B4-18BC-77C0-920C-F1C26212EB4D}"/>
              </a:ext>
            </a:extLst>
          </p:cNvPr>
          <p:cNvSpPr>
            <a:spLocks noGrp="1"/>
          </p:cNvSpPr>
          <p:nvPr>
            <p:ph sz="half" idx="2"/>
          </p:nvPr>
        </p:nvSpPr>
        <p:spPr>
          <a:xfrm>
            <a:off x="261304" y="2223687"/>
            <a:ext cx="5736272" cy="396597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texte 4">
            <a:extLst>
              <a:ext uri="{FF2B5EF4-FFF2-40B4-BE49-F238E27FC236}">
                <a16:creationId xmlns:a16="http://schemas.microsoft.com/office/drawing/2014/main" id="{4621FA98-C4CD-F07E-AE38-067CFFF16627}"/>
              </a:ext>
            </a:extLst>
          </p:cNvPr>
          <p:cNvSpPr>
            <a:spLocks noGrp="1"/>
          </p:cNvSpPr>
          <p:nvPr>
            <p:ph type="body" sz="quarter" idx="3"/>
          </p:nvPr>
        </p:nvSpPr>
        <p:spPr>
          <a:xfrm>
            <a:off x="6172200" y="1425987"/>
            <a:ext cx="5758496"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6" name="Espace réservé du contenu 5">
            <a:extLst>
              <a:ext uri="{FF2B5EF4-FFF2-40B4-BE49-F238E27FC236}">
                <a16:creationId xmlns:a16="http://schemas.microsoft.com/office/drawing/2014/main" id="{819A5810-EC86-B1CF-0947-21471B5395D2}"/>
              </a:ext>
            </a:extLst>
          </p:cNvPr>
          <p:cNvSpPr>
            <a:spLocks noGrp="1"/>
          </p:cNvSpPr>
          <p:nvPr>
            <p:ph sz="quarter" idx="4"/>
          </p:nvPr>
        </p:nvSpPr>
        <p:spPr>
          <a:xfrm>
            <a:off x="6172199" y="2223687"/>
            <a:ext cx="5758495" cy="39659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29D839-43CA-A05E-2039-547DD6675630}"/>
              </a:ext>
            </a:extLst>
          </p:cNvPr>
          <p:cNvSpPr>
            <a:spLocks noGrp="1"/>
          </p:cNvSpPr>
          <p:nvPr>
            <p:ph type="dt" sz="half" idx="10"/>
          </p:nvPr>
        </p:nvSpPr>
        <p:spPr/>
        <p:txBody>
          <a:bodyPr/>
          <a:lstStyle/>
          <a:p>
            <a:fld id="{7C95BFE5-FCAC-485A-8E27-AEBF934396AA}" type="datetime1">
              <a:rPr lang="fr-FR" smtClean="0"/>
              <a:t>09/01/2024</a:t>
            </a:fld>
            <a:endParaRPr lang="fr-FR"/>
          </a:p>
        </p:txBody>
      </p:sp>
      <p:sp>
        <p:nvSpPr>
          <p:cNvPr id="8" name="Espace réservé du pied de page 7">
            <a:extLst>
              <a:ext uri="{FF2B5EF4-FFF2-40B4-BE49-F238E27FC236}">
                <a16:creationId xmlns:a16="http://schemas.microsoft.com/office/drawing/2014/main" id="{081553BD-4A83-AC24-8877-2721F63A554A}"/>
              </a:ext>
            </a:extLst>
          </p:cNvPr>
          <p:cNvSpPr>
            <a:spLocks noGrp="1"/>
          </p:cNvSpPr>
          <p:nvPr>
            <p:ph type="ftr" sz="quarter" idx="11"/>
          </p:nvPr>
        </p:nvSpPr>
        <p:spPr/>
        <p:txBody>
          <a:bodyPr/>
          <a:lstStyle/>
          <a:p>
            <a:r>
              <a:rPr lang="fr-FR"/>
              <a:t>Pied de page (copyright, rappel du titre, etc.)</a:t>
            </a:r>
          </a:p>
        </p:txBody>
      </p:sp>
      <p:sp>
        <p:nvSpPr>
          <p:cNvPr id="9" name="Espace réservé du numéro de diapositive 8">
            <a:extLst>
              <a:ext uri="{FF2B5EF4-FFF2-40B4-BE49-F238E27FC236}">
                <a16:creationId xmlns:a16="http://schemas.microsoft.com/office/drawing/2014/main" id="{F0E6E38C-959C-E1D4-0F0C-E4507732F64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12" name="Connecteur droit 11">
            <a:extLst>
              <a:ext uri="{FF2B5EF4-FFF2-40B4-BE49-F238E27FC236}">
                <a16:creationId xmlns:a16="http://schemas.microsoft.com/office/drawing/2014/main" id="{147EE4A6-DA09-7BAA-7FF3-7DB5E7BA9137}"/>
              </a:ext>
            </a:extLst>
          </p:cNvPr>
          <p:cNvCxnSpPr>
            <a:cxnSpLocks/>
          </p:cNvCxnSpPr>
          <p:nvPr userDrawn="1"/>
        </p:nvCxnSpPr>
        <p:spPr>
          <a:xfrm>
            <a:off x="838200" y="1408344"/>
            <a:ext cx="10515600" cy="0"/>
          </a:xfrm>
          <a:prstGeom prst="line">
            <a:avLst/>
          </a:prstGeom>
        </p:spPr>
        <p:style>
          <a:lnRef idx="1">
            <a:schemeClr val="accent5"/>
          </a:lnRef>
          <a:fillRef idx="0">
            <a:schemeClr val="accent5"/>
          </a:fillRef>
          <a:effectRef idx="0">
            <a:schemeClr val="accent5"/>
          </a:effectRef>
          <a:fontRef idx="minor">
            <a:schemeClr val="tx1"/>
          </a:fontRef>
        </p:style>
      </p:cxnSp>
      <p:sp>
        <p:nvSpPr>
          <p:cNvPr id="16" name="Titre 15">
            <a:extLst>
              <a:ext uri="{FF2B5EF4-FFF2-40B4-BE49-F238E27FC236}">
                <a16:creationId xmlns:a16="http://schemas.microsoft.com/office/drawing/2014/main" id="{3E2E0BE2-F355-9418-AA38-CD45CA459886}"/>
              </a:ext>
            </a:extLst>
          </p:cNvPr>
          <p:cNvSpPr>
            <a:spLocks noGrp="1"/>
          </p:cNvSpPr>
          <p:nvPr>
            <p:ph type="title"/>
          </p:nvPr>
        </p:nvSpPr>
        <p:spPr>
          <a:xfrm>
            <a:off x="1063256" y="235723"/>
            <a:ext cx="10867441" cy="623702"/>
          </a:xfrm>
        </p:spPr>
        <p:txBody>
          <a:bodyPr/>
          <a:lstStyle/>
          <a:p>
            <a:r>
              <a:rPr lang="fr-FR"/>
              <a:t>Modifiez le style du titre</a:t>
            </a:r>
          </a:p>
        </p:txBody>
      </p:sp>
      <p:sp>
        <p:nvSpPr>
          <p:cNvPr id="17" name="Espace réservé du texte 9">
            <a:extLst>
              <a:ext uri="{FF2B5EF4-FFF2-40B4-BE49-F238E27FC236}">
                <a16:creationId xmlns:a16="http://schemas.microsoft.com/office/drawing/2014/main" id="{40987D09-4FAC-029B-3A06-926A6F28CF50}"/>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cxnSp>
        <p:nvCxnSpPr>
          <p:cNvPr id="2" name="Connecteur droit 1">
            <a:extLst>
              <a:ext uri="{FF2B5EF4-FFF2-40B4-BE49-F238E27FC236}">
                <a16:creationId xmlns:a16="http://schemas.microsoft.com/office/drawing/2014/main" id="{3AEF8434-09FB-C5A8-1F2E-53AA45D43B07}"/>
              </a:ext>
            </a:extLst>
          </p:cNvPr>
          <p:cNvCxnSpPr>
            <a:cxnSpLocks/>
          </p:cNvCxnSpPr>
          <p:nvPr userDrawn="1"/>
        </p:nvCxnSpPr>
        <p:spPr>
          <a:xfrm>
            <a:off x="261303" y="1372378"/>
            <a:ext cx="11669395" cy="0"/>
          </a:xfrm>
          <a:prstGeom prst="line">
            <a:avLst/>
          </a:prstGeom>
          <a:ln w="57150">
            <a:solidFill>
              <a:schemeClr val="accent1"/>
            </a:solidFill>
          </a:ln>
        </p:spPr>
        <p:style>
          <a:lnRef idx="1">
            <a:schemeClr val="accent5"/>
          </a:lnRef>
          <a:fillRef idx="0">
            <a:schemeClr val="accent5"/>
          </a:fillRef>
          <a:effectRef idx="0">
            <a:schemeClr val="accent5"/>
          </a:effectRef>
          <a:fontRef idx="minor">
            <a:schemeClr val="tx1"/>
          </a:fontRef>
        </p:style>
      </p:cxnSp>
      <p:pic>
        <p:nvPicPr>
          <p:cNvPr id="13" name="Image 12">
            <a:extLst>
              <a:ext uri="{FF2B5EF4-FFF2-40B4-BE49-F238E27FC236}">
                <a16:creationId xmlns:a16="http://schemas.microsoft.com/office/drawing/2014/main" id="{DAA96239-AB2D-7509-939B-19E1D1915561}"/>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2244579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6C0FFB-0DDD-EBDF-B9C4-1131FAC895E3}"/>
              </a:ext>
            </a:extLst>
          </p:cNvPr>
          <p:cNvSpPr>
            <a:spLocks noGrp="1"/>
          </p:cNvSpPr>
          <p:nvPr>
            <p:ph type="title"/>
          </p:nvPr>
        </p:nvSpPr>
        <p:spPr>
          <a:xfrm>
            <a:off x="1063256" y="318530"/>
            <a:ext cx="3813544" cy="894746"/>
          </a:xfrm>
        </p:spPr>
        <p:txBody>
          <a:bodyPr anchor="b"/>
          <a:lstStyle>
            <a:lvl1pPr>
              <a:defRPr sz="3200"/>
            </a:lvl1pPr>
          </a:lstStyle>
          <a:p>
            <a:r>
              <a:rPr lang="fr-FR" dirty="0"/>
              <a:t>Modifiez le style du titre</a:t>
            </a:r>
          </a:p>
        </p:txBody>
      </p:sp>
      <p:sp>
        <p:nvSpPr>
          <p:cNvPr id="3" name="Espace réservé du contenu 2">
            <a:extLst>
              <a:ext uri="{FF2B5EF4-FFF2-40B4-BE49-F238E27FC236}">
                <a16:creationId xmlns:a16="http://schemas.microsoft.com/office/drawing/2014/main" id="{DB73A85E-56A5-810A-57B3-33F3F9BD1B28}"/>
              </a:ext>
            </a:extLst>
          </p:cNvPr>
          <p:cNvSpPr>
            <a:spLocks noGrp="1"/>
          </p:cNvSpPr>
          <p:nvPr>
            <p:ph idx="1"/>
          </p:nvPr>
        </p:nvSpPr>
        <p:spPr>
          <a:xfrm>
            <a:off x="5156200" y="318530"/>
            <a:ext cx="6774497" cy="5837719"/>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texte 3">
            <a:extLst>
              <a:ext uri="{FF2B5EF4-FFF2-40B4-BE49-F238E27FC236}">
                <a16:creationId xmlns:a16="http://schemas.microsoft.com/office/drawing/2014/main" id="{54E768DC-E327-074B-E53B-A7602EB23BBD}"/>
              </a:ext>
            </a:extLst>
          </p:cNvPr>
          <p:cNvSpPr>
            <a:spLocks noGrp="1"/>
          </p:cNvSpPr>
          <p:nvPr>
            <p:ph type="body" sz="half" idx="2"/>
          </p:nvPr>
        </p:nvSpPr>
        <p:spPr>
          <a:xfrm>
            <a:off x="261302" y="1504555"/>
            <a:ext cx="4615498" cy="46516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5" name="Espace réservé de la date 4">
            <a:extLst>
              <a:ext uri="{FF2B5EF4-FFF2-40B4-BE49-F238E27FC236}">
                <a16:creationId xmlns:a16="http://schemas.microsoft.com/office/drawing/2014/main" id="{ABD2C517-4516-8DB0-89CA-BB978D351FBA}"/>
              </a:ext>
            </a:extLst>
          </p:cNvPr>
          <p:cNvSpPr>
            <a:spLocks noGrp="1"/>
          </p:cNvSpPr>
          <p:nvPr>
            <p:ph type="dt" sz="half" idx="10"/>
          </p:nvPr>
        </p:nvSpPr>
        <p:spPr/>
        <p:txBody>
          <a:bodyPr/>
          <a:lstStyle/>
          <a:p>
            <a:fld id="{6E2A3409-CF71-4D6F-8F18-DD3F156122B0}" type="datetime1">
              <a:rPr lang="fr-FR" smtClean="0"/>
              <a:t>09/01/2024</a:t>
            </a:fld>
            <a:endParaRPr lang="fr-FR"/>
          </a:p>
        </p:txBody>
      </p:sp>
      <p:sp>
        <p:nvSpPr>
          <p:cNvPr id="6" name="Espace réservé du pied de page 5">
            <a:extLst>
              <a:ext uri="{FF2B5EF4-FFF2-40B4-BE49-F238E27FC236}">
                <a16:creationId xmlns:a16="http://schemas.microsoft.com/office/drawing/2014/main" id="{5DB69917-F2F6-9E8D-D4B8-383D9F177D3A}"/>
              </a:ext>
            </a:extLst>
          </p:cNvPr>
          <p:cNvSpPr>
            <a:spLocks noGrp="1"/>
          </p:cNvSpPr>
          <p:nvPr>
            <p:ph type="ftr" sz="quarter" idx="11"/>
          </p:nvPr>
        </p:nvSpPr>
        <p:spPr/>
        <p:txBody>
          <a:bodyPr/>
          <a:lstStyle/>
          <a:p>
            <a:r>
              <a:rPr lang="fr-FR"/>
              <a:t>Pied de page (copyright, rappel du titre, etc.)</a:t>
            </a:r>
          </a:p>
        </p:txBody>
      </p:sp>
      <p:sp>
        <p:nvSpPr>
          <p:cNvPr id="7" name="Espace réservé du numéro de diapositive 6">
            <a:extLst>
              <a:ext uri="{FF2B5EF4-FFF2-40B4-BE49-F238E27FC236}">
                <a16:creationId xmlns:a16="http://schemas.microsoft.com/office/drawing/2014/main" id="{A4BA92F1-B53C-53E3-9C19-07D462D5886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8" name="Connecteur droit 7">
            <a:extLst>
              <a:ext uri="{FF2B5EF4-FFF2-40B4-BE49-F238E27FC236}">
                <a16:creationId xmlns:a16="http://schemas.microsoft.com/office/drawing/2014/main" id="{A82FEE67-3B15-A4A8-A25E-95B216D0CB81}"/>
              </a:ext>
            </a:extLst>
          </p:cNvPr>
          <p:cNvCxnSpPr>
            <a:cxnSpLocks/>
          </p:cNvCxnSpPr>
          <p:nvPr userDrawn="1"/>
        </p:nvCxnSpPr>
        <p:spPr>
          <a:xfrm>
            <a:off x="261303" y="1372378"/>
            <a:ext cx="4615497" cy="0"/>
          </a:xfrm>
          <a:prstGeom prst="line">
            <a:avLst/>
          </a:prstGeom>
          <a:ln w="57150">
            <a:solidFill>
              <a:schemeClr val="accent1"/>
            </a:solidFill>
          </a:ln>
        </p:spPr>
        <p:style>
          <a:lnRef idx="1">
            <a:schemeClr val="accent5"/>
          </a:lnRef>
          <a:fillRef idx="0">
            <a:schemeClr val="accent5"/>
          </a:fillRef>
          <a:effectRef idx="0">
            <a:schemeClr val="accent5"/>
          </a:effectRef>
          <a:fontRef idx="minor">
            <a:schemeClr val="tx1"/>
          </a:fontRef>
        </p:style>
      </p:cxnSp>
      <p:pic>
        <p:nvPicPr>
          <p:cNvPr id="10" name="Image 9">
            <a:extLst>
              <a:ext uri="{FF2B5EF4-FFF2-40B4-BE49-F238E27FC236}">
                <a16:creationId xmlns:a16="http://schemas.microsoft.com/office/drawing/2014/main" id="{4A9DF7C8-022A-0AC8-8B9D-EAC607AD925E}"/>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7407094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reds">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sp>
        <p:nvSpPr>
          <p:cNvPr id="16" name="Espace réservé du texte 15">
            <a:extLst>
              <a:ext uri="{FF2B5EF4-FFF2-40B4-BE49-F238E27FC236}">
                <a16:creationId xmlns:a16="http://schemas.microsoft.com/office/drawing/2014/main" id="{5883AF4A-A2CD-5300-5637-5820E009799E}"/>
              </a:ext>
            </a:extLst>
          </p:cNvPr>
          <p:cNvSpPr>
            <a:spLocks noGrp="1"/>
          </p:cNvSpPr>
          <p:nvPr>
            <p:ph type="body" sz="quarter" idx="15"/>
          </p:nvPr>
        </p:nvSpPr>
        <p:spPr>
          <a:xfrm>
            <a:off x="788988" y="1731963"/>
            <a:ext cx="6335712" cy="958850"/>
          </a:xfrm>
        </p:spPr>
        <p:txBody>
          <a:bodyPr>
            <a:noAutofit/>
          </a:bodyPr>
          <a:lstStyle>
            <a:lvl1pPr>
              <a:spcBef>
                <a:spcPts val="200"/>
              </a:spcBef>
              <a:defRPr sz="1200"/>
            </a:lvl1pPr>
            <a:lvl2pPr>
              <a:spcBef>
                <a:spcPts val="200"/>
              </a:spcBef>
              <a:defRPr sz="1100"/>
            </a:lvl2pPr>
            <a:lvl3pPr>
              <a:spcBef>
                <a:spcPts val="200"/>
              </a:spcBef>
              <a:defRPr sz="1050"/>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19" name="Espace réservé du texte 15">
            <a:extLst>
              <a:ext uri="{FF2B5EF4-FFF2-40B4-BE49-F238E27FC236}">
                <a16:creationId xmlns:a16="http://schemas.microsoft.com/office/drawing/2014/main" id="{8942EFBE-030A-8170-EE92-4D5972201CCC}"/>
              </a:ext>
            </a:extLst>
          </p:cNvPr>
          <p:cNvSpPr>
            <a:spLocks noGrp="1"/>
          </p:cNvSpPr>
          <p:nvPr>
            <p:ph type="body" sz="quarter" idx="17"/>
          </p:nvPr>
        </p:nvSpPr>
        <p:spPr>
          <a:xfrm>
            <a:off x="788988" y="3194129"/>
            <a:ext cx="6335712" cy="1560975"/>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2" name="Espace réservé du texte 15">
            <a:extLst>
              <a:ext uri="{FF2B5EF4-FFF2-40B4-BE49-F238E27FC236}">
                <a16:creationId xmlns:a16="http://schemas.microsoft.com/office/drawing/2014/main" id="{AE27D1C1-4A94-0140-CFA0-FD3D54967015}"/>
              </a:ext>
            </a:extLst>
          </p:cNvPr>
          <p:cNvSpPr>
            <a:spLocks noGrp="1"/>
          </p:cNvSpPr>
          <p:nvPr>
            <p:ph type="body" sz="quarter" idx="19"/>
          </p:nvPr>
        </p:nvSpPr>
        <p:spPr>
          <a:xfrm>
            <a:off x="788988" y="5230712"/>
            <a:ext cx="6335712" cy="951808"/>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cxnSp>
        <p:nvCxnSpPr>
          <p:cNvPr id="23" name="Connecteur droit 22">
            <a:extLst>
              <a:ext uri="{FF2B5EF4-FFF2-40B4-BE49-F238E27FC236}">
                <a16:creationId xmlns:a16="http://schemas.microsoft.com/office/drawing/2014/main" id="{DE07A1DE-390A-6465-CE4B-0384E332917F}"/>
              </a:ext>
            </a:extLst>
          </p:cNvPr>
          <p:cNvCxnSpPr>
            <a:cxnSpLocks/>
          </p:cNvCxnSpPr>
          <p:nvPr userDrawn="1"/>
        </p:nvCxnSpPr>
        <p:spPr>
          <a:xfrm>
            <a:off x="788988" y="1376020"/>
            <a:ext cx="0" cy="685695"/>
          </a:xfrm>
          <a:prstGeom prst="line">
            <a:avLst/>
          </a:prstGeom>
          <a:ln w="57150">
            <a:solidFill>
              <a:schemeClr val="accent1"/>
            </a:solidFill>
          </a:ln>
        </p:spPr>
        <p:style>
          <a:lnRef idx="1">
            <a:schemeClr val="accent5"/>
          </a:lnRef>
          <a:fillRef idx="0">
            <a:schemeClr val="accent5"/>
          </a:fillRef>
          <a:effectRef idx="0">
            <a:schemeClr val="accent5"/>
          </a:effectRef>
          <a:fontRef idx="minor">
            <a:schemeClr val="tx1"/>
          </a:fontRef>
        </p:style>
      </p:cxnSp>
      <p:cxnSp>
        <p:nvCxnSpPr>
          <p:cNvPr id="27" name="Connecteur droit 26">
            <a:extLst>
              <a:ext uri="{FF2B5EF4-FFF2-40B4-BE49-F238E27FC236}">
                <a16:creationId xmlns:a16="http://schemas.microsoft.com/office/drawing/2014/main" id="{7DDF9651-1EA0-A2EE-98E7-66492F211CF2}"/>
              </a:ext>
            </a:extLst>
          </p:cNvPr>
          <p:cNvCxnSpPr>
            <a:cxnSpLocks/>
          </p:cNvCxnSpPr>
          <p:nvPr userDrawn="1"/>
        </p:nvCxnSpPr>
        <p:spPr>
          <a:xfrm>
            <a:off x="788988" y="2839177"/>
            <a:ext cx="0" cy="685695"/>
          </a:xfrm>
          <a:prstGeom prst="line">
            <a:avLst/>
          </a:prstGeom>
          <a:ln w="57150">
            <a:solidFill>
              <a:schemeClr val="accent1"/>
            </a:solidFill>
          </a:ln>
        </p:spPr>
        <p:style>
          <a:lnRef idx="1">
            <a:schemeClr val="accent5"/>
          </a:lnRef>
          <a:fillRef idx="0">
            <a:schemeClr val="accent5"/>
          </a:fillRef>
          <a:effectRef idx="0">
            <a:schemeClr val="accent5"/>
          </a:effectRef>
          <a:fontRef idx="minor">
            <a:schemeClr val="tx1"/>
          </a:fontRef>
        </p:style>
      </p:cxnSp>
      <p:cxnSp>
        <p:nvCxnSpPr>
          <p:cNvPr id="28" name="Connecteur droit 27">
            <a:extLst>
              <a:ext uri="{FF2B5EF4-FFF2-40B4-BE49-F238E27FC236}">
                <a16:creationId xmlns:a16="http://schemas.microsoft.com/office/drawing/2014/main" id="{10B39CE6-F414-E073-5F3D-3547B874F7A2}"/>
              </a:ext>
            </a:extLst>
          </p:cNvPr>
          <p:cNvCxnSpPr>
            <a:cxnSpLocks/>
          </p:cNvCxnSpPr>
          <p:nvPr userDrawn="1"/>
        </p:nvCxnSpPr>
        <p:spPr>
          <a:xfrm>
            <a:off x="788988" y="4887863"/>
            <a:ext cx="0" cy="685695"/>
          </a:xfrm>
          <a:prstGeom prst="line">
            <a:avLst/>
          </a:prstGeom>
          <a:ln w="57150">
            <a:solidFill>
              <a:schemeClr val="accent1"/>
            </a:solidFill>
          </a:ln>
        </p:spPr>
        <p:style>
          <a:lnRef idx="1">
            <a:schemeClr val="accent5"/>
          </a:lnRef>
          <a:fillRef idx="0">
            <a:schemeClr val="accent5"/>
          </a:fillRef>
          <a:effectRef idx="0">
            <a:schemeClr val="accent5"/>
          </a:effectRef>
          <a:fontRef idx="minor">
            <a:schemeClr val="tx1"/>
          </a:fontRef>
        </p:style>
      </p:cxnSp>
      <p:sp>
        <p:nvSpPr>
          <p:cNvPr id="29" name="Rectangle : coins arrondis 28">
            <a:extLst>
              <a:ext uri="{FF2B5EF4-FFF2-40B4-BE49-F238E27FC236}">
                <a16:creationId xmlns:a16="http://schemas.microsoft.com/office/drawing/2014/main" id="{18937BF8-4DBE-22F9-D5DC-109E07B389F9}"/>
              </a:ext>
            </a:extLst>
          </p:cNvPr>
          <p:cNvSpPr/>
          <p:nvPr userDrawn="1"/>
        </p:nvSpPr>
        <p:spPr>
          <a:xfrm>
            <a:off x="7418716" y="1376020"/>
            <a:ext cx="4511981" cy="4806500"/>
          </a:xfrm>
          <a:prstGeom prst="roundRect">
            <a:avLst>
              <a:gd name="adj" fmla="val 2710"/>
            </a:avLst>
          </a:prstGeom>
          <a:solidFill>
            <a:schemeClr val="accent1">
              <a:lumMod val="20000"/>
              <a:lumOff val="80000"/>
            </a:schemeClr>
          </a:solidFill>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D38C0403-F99B-BAE0-D3A2-5C7ED359F004}"/>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
        <p:nvSpPr>
          <p:cNvPr id="2" name="Shape 2550">
            <a:extLst>
              <a:ext uri="{FF2B5EF4-FFF2-40B4-BE49-F238E27FC236}">
                <a16:creationId xmlns:a16="http://schemas.microsoft.com/office/drawing/2014/main" id="{FDEA69D8-6815-D5D9-C70E-3BE9F1977712}"/>
              </a:ext>
            </a:extLst>
          </p:cNvPr>
          <p:cNvSpPr/>
          <p:nvPr userDrawn="1"/>
        </p:nvSpPr>
        <p:spPr>
          <a:xfrm>
            <a:off x="301297" y="1382572"/>
            <a:ext cx="312533" cy="349391"/>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chemeClr val="accent1"/>
          </a:solidFill>
          <a:ln w="12700">
            <a:solidFill>
              <a:schemeClr val="accent1"/>
            </a:solidFill>
            <a:miter lim="400000"/>
          </a:ln>
        </p:spPr>
        <p:txBody>
          <a:bodyPr lIns="14284" tIns="14284" rIns="14284" bIns="14284" anchor="ctr"/>
          <a:lstStyle/>
          <a:p>
            <a:pPr defTabSz="171399" eaLnBrk="1" hangingPunct="1">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solidFill>
                <a:srgbClr val="FFFFFF"/>
              </a:solidFill>
              <a:effectLst>
                <a:outerShdw blurRad="38100" dist="12700" dir="5400000" rotWithShape="0">
                  <a:srgbClr val="000000">
                    <a:alpha val="50000"/>
                  </a:srgbClr>
                </a:outerShdw>
              </a:effectLst>
              <a:latin typeface="Gill Sans"/>
              <a:ea typeface="Calibri" charset="0"/>
              <a:cs typeface="Calibri" charset="0"/>
              <a:sym typeface="Gill Sans"/>
            </a:endParaRPr>
          </a:p>
        </p:txBody>
      </p:sp>
      <p:sp>
        <p:nvSpPr>
          <p:cNvPr id="8" name="Freeform 97">
            <a:extLst>
              <a:ext uri="{FF2B5EF4-FFF2-40B4-BE49-F238E27FC236}">
                <a16:creationId xmlns:a16="http://schemas.microsoft.com/office/drawing/2014/main" id="{010817FD-65C2-BD51-B503-E7EB35F27B1E}"/>
              </a:ext>
            </a:extLst>
          </p:cNvPr>
          <p:cNvSpPr>
            <a:spLocks noChangeArrowheads="1"/>
          </p:cNvSpPr>
          <p:nvPr userDrawn="1"/>
        </p:nvSpPr>
        <p:spPr bwMode="auto">
          <a:xfrm>
            <a:off x="289382" y="2839177"/>
            <a:ext cx="312533" cy="341999"/>
          </a:xfrm>
          <a:custGeom>
            <a:avLst/>
            <a:gdLst>
              <a:gd name="T0" fmla="*/ 383 w 472"/>
              <a:gd name="T1" fmla="*/ 309 h 501"/>
              <a:gd name="T2" fmla="*/ 383 w 472"/>
              <a:gd name="T3" fmla="*/ 309 h 501"/>
              <a:gd name="T4" fmla="*/ 295 w 472"/>
              <a:gd name="T5" fmla="*/ 353 h 501"/>
              <a:gd name="T6" fmla="*/ 192 w 472"/>
              <a:gd name="T7" fmla="*/ 294 h 501"/>
              <a:gd name="T8" fmla="*/ 206 w 472"/>
              <a:gd name="T9" fmla="*/ 250 h 501"/>
              <a:gd name="T10" fmla="*/ 192 w 472"/>
              <a:gd name="T11" fmla="*/ 221 h 501"/>
              <a:gd name="T12" fmla="*/ 310 w 472"/>
              <a:gd name="T13" fmla="*/ 162 h 501"/>
              <a:gd name="T14" fmla="*/ 383 w 472"/>
              <a:gd name="T15" fmla="*/ 191 h 501"/>
              <a:gd name="T16" fmla="*/ 471 w 472"/>
              <a:gd name="T17" fmla="*/ 88 h 501"/>
              <a:gd name="T18" fmla="*/ 383 w 472"/>
              <a:gd name="T19" fmla="*/ 0 h 501"/>
              <a:gd name="T20" fmla="*/ 280 w 472"/>
              <a:gd name="T21" fmla="*/ 88 h 501"/>
              <a:gd name="T22" fmla="*/ 280 w 472"/>
              <a:gd name="T23" fmla="*/ 117 h 501"/>
              <a:gd name="T24" fmla="*/ 177 w 472"/>
              <a:gd name="T25" fmla="*/ 176 h 501"/>
              <a:gd name="T26" fmla="*/ 103 w 472"/>
              <a:gd name="T27" fmla="*/ 147 h 501"/>
              <a:gd name="T28" fmla="*/ 0 w 472"/>
              <a:gd name="T29" fmla="*/ 250 h 501"/>
              <a:gd name="T30" fmla="*/ 103 w 472"/>
              <a:gd name="T31" fmla="*/ 353 h 501"/>
              <a:gd name="T32" fmla="*/ 162 w 472"/>
              <a:gd name="T33" fmla="*/ 323 h 501"/>
              <a:gd name="T34" fmla="*/ 162 w 472"/>
              <a:gd name="T35" fmla="*/ 323 h 501"/>
              <a:gd name="T36" fmla="*/ 280 w 472"/>
              <a:gd name="T37" fmla="*/ 397 h 501"/>
              <a:gd name="T38" fmla="*/ 280 w 472"/>
              <a:gd name="T39" fmla="*/ 412 h 501"/>
              <a:gd name="T40" fmla="*/ 383 w 472"/>
              <a:gd name="T41" fmla="*/ 500 h 501"/>
              <a:gd name="T42" fmla="*/ 471 w 472"/>
              <a:gd name="T43" fmla="*/ 412 h 501"/>
              <a:gd name="T44" fmla="*/ 383 w 472"/>
              <a:gd name="T45" fmla="*/ 309 h 501"/>
              <a:gd name="T46" fmla="*/ 383 w 472"/>
              <a:gd name="T47" fmla="*/ 29 h 501"/>
              <a:gd name="T48" fmla="*/ 383 w 472"/>
              <a:gd name="T49" fmla="*/ 29 h 501"/>
              <a:gd name="T50" fmla="*/ 442 w 472"/>
              <a:gd name="T51" fmla="*/ 88 h 501"/>
              <a:gd name="T52" fmla="*/ 383 w 472"/>
              <a:gd name="T53" fmla="*/ 147 h 501"/>
              <a:gd name="T54" fmla="*/ 324 w 472"/>
              <a:gd name="T55" fmla="*/ 88 h 501"/>
              <a:gd name="T56" fmla="*/ 383 w 472"/>
              <a:gd name="T57" fmla="*/ 29 h 501"/>
              <a:gd name="T58" fmla="*/ 103 w 472"/>
              <a:gd name="T59" fmla="*/ 309 h 501"/>
              <a:gd name="T60" fmla="*/ 103 w 472"/>
              <a:gd name="T61" fmla="*/ 309 h 501"/>
              <a:gd name="T62" fmla="*/ 44 w 472"/>
              <a:gd name="T63" fmla="*/ 250 h 501"/>
              <a:gd name="T64" fmla="*/ 103 w 472"/>
              <a:gd name="T65" fmla="*/ 191 h 501"/>
              <a:gd name="T66" fmla="*/ 162 w 472"/>
              <a:gd name="T67" fmla="*/ 250 h 501"/>
              <a:gd name="T68" fmla="*/ 103 w 472"/>
              <a:gd name="T69" fmla="*/ 309 h 501"/>
              <a:gd name="T70" fmla="*/ 383 w 472"/>
              <a:gd name="T71" fmla="*/ 471 h 501"/>
              <a:gd name="T72" fmla="*/ 383 w 472"/>
              <a:gd name="T73" fmla="*/ 471 h 501"/>
              <a:gd name="T74" fmla="*/ 324 w 472"/>
              <a:gd name="T75" fmla="*/ 412 h 501"/>
              <a:gd name="T76" fmla="*/ 383 w 472"/>
              <a:gd name="T77" fmla="*/ 353 h 501"/>
              <a:gd name="T78" fmla="*/ 442 w 472"/>
              <a:gd name="T79" fmla="*/ 412 h 501"/>
              <a:gd name="T80" fmla="*/ 383 w 472"/>
              <a:gd name="T81" fmla="*/ 47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72" h="501">
                <a:moveTo>
                  <a:pt x="383" y="309"/>
                </a:moveTo>
                <a:lnTo>
                  <a:pt x="383" y="309"/>
                </a:lnTo>
                <a:cubicBezTo>
                  <a:pt x="339" y="309"/>
                  <a:pt x="310" y="323"/>
                  <a:pt x="295" y="353"/>
                </a:cubicBezTo>
                <a:cubicBezTo>
                  <a:pt x="192" y="294"/>
                  <a:pt x="192" y="294"/>
                  <a:pt x="192" y="294"/>
                </a:cubicBezTo>
                <a:cubicBezTo>
                  <a:pt x="192" y="280"/>
                  <a:pt x="206" y="264"/>
                  <a:pt x="206" y="250"/>
                </a:cubicBezTo>
                <a:cubicBezTo>
                  <a:pt x="206" y="235"/>
                  <a:pt x="206" y="235"/>
                  <a:pt x="192" y="221"/>
                </a:cubicBezTo>
                <a:cubicBezTo>
                  <a:pt x="310" y="162"/>
                  <a:pt x="310" y="162"/>
                  <a:pt x="310" y="162"/>
                </a:cubicBezTo>
                <a:cubicBezTo>
                  <a:pt x="324" y="176"/>
                  <a:pt x="353" y="191"/>
                  <a:pt x="383" y="191"/>
                </a:cubicBezTo>
                <a:cubicBezTo>
                  <a:pt x="427" y="191"/>
                  <a:pt x="471" y="147"/>
                  <a:pt x="471" y="88"/>
                </a:cubicBezTo>
                <a:cubicBezTo>
                  <a:pt x="471" y="44"/>
                  <a:pt x="427" y="0"/>
                  <a:pt x="383" y="0"/>
                </a:cubicBezTo>
                <a:cubicBezTo>
                  <a:pt x="324" y="0"/>
                  <a:pt x="280" y="44"/>
                  <a:pt x="280" y="88"/>
                </a:cubicBezTo>
                <a:cubicBezTo>
                  <a:pt x="280" y="103"/>
                  <a:pt x="280" y="117"/>
                  <a:pt x="280" y="117"/>
                </a:cubicBezTo>
                <a:cubicBezTo>
                  <a:pt x="177" y="176"/>
                  <a:pt x="177" y="176"/>
                  <a:pt x="177" y="176"/>
                </a:cubicBezTo>
                <a:cubicBezTo>
                  <a:pt x="162" y="162"/>
                  <a:pt x="133" y="147"/>
                  <a:pt x="103" y="147"/>
                </a:cubicBezTo>
                <a:cubicBezTo>
                  <a:pt x="44" y="147"/>
                  <a:pt x="0" y="191"/>
                  <a:pt x="0" y="250"/>
                </a:cubicBezTo>
                <a:cubicBezTo>
                  <a:pt x="0" y="309"/>
                  <a:pt x="44" y="353"/>
                  <a:pt x="103" y="353"/>
                </a:cubicBezTo>
                <a:cubicBezTo>
                  <a:pt x="133" y="353"/>
                  <a:pt x="148" y="338"/>
                  <a:pt x="162" y="323"/>
                </a:cubicBezTo>
                <a:lnTo>
                  <a:pt x="162" y="323"/>
                </a:lnTo>
                <a:cubicBezTo>
                  <a:pt x="280" y="397"/>
                  <a:pt x="280" y="397"/>
                  <a:pt x="280" y="397"/>
                </a:cubicBezTo>
                <a:cubicBezTo>
                  <a:pt x="280" y="397"/>
                  <a:pt x="280" y="397"/>
                  <a:pt x="280" y="412"/>
                </a:cubicBezTo>
                <a:cubicBezTo>
                  <a:pt x="280" y="456"/>
                  <a:pt x="324" y="500"/>
                  <a:pt x="383" y="500"/>
                </a:cubicBezTo>
                <a:cubicBezTo>
                  <a:pt x="427" y="500"/>
                  <a:pt x="471" y="456"/>
                  <a:pt x="471" y="412"/>
                </a:cubicBezTo>
                <a:cubicBezTo>
                  <a:pt x="471" y="353"/>
                  <a:pt x="427" y="309"/>
                  <a:pt x="383" y="309"/>
                </a:cubicBezTo>
                <a:close/>
                <a:moveTo>
                  <a:pt x="383" y="29"/>
                </a:moveTo>
                <a:lnTo>
                  <a:pt x="383" y="29"/>
                </a:lnTo>
                <a:cubicBezTo>
                  <a:pt x="412" y="29"/>
                  <a:pt x="442" y="59"/>
                  <a:pt x="442" y="88"/>
                </a:cubicBezTo>
                <a:cubicBezTo>
                  <a:pt x="442" y="132"/>
                  <a:pt x="412" y="147"/>
                  <a:pt x="383" y="147"/>
                </a:cubicBezTo>
                <a:cubicBezTo>
                  <a:pt x="339" y="147"/>
                  <a:pt x="324" y="132"/>
                  <a:pt x="324" y="88"/>
                </a:cubicBezTo>
                <a:cubicBezTo>
                  <a:pt x="324" y="59"/>
                  <a:pt x="339" y="29"/>
                  <a:pt x="383" y="29"/>
                </a:cubicBezTo>
                <a:close/>
                <a:moveTo>
                  <a:pt x="103" y="309"/>
                </a:moveTo>
                <a:lnTo>
                  <a:pt x="103" y="309"/>
                </a:lnTo>
                <a:cubicBezTo>
                  <a:pt x="74" y="309"/>
                  <a:pt x="44" y="280"/>
                  <a:pt x="44" y="250"/>
                </a:cubicBezTo>
                <a:cubicBezTo>
                  <a:pt x="44" y="221"/>
                  <a:pt x="74" y="191"/>
                  <a:pt x="103" y="191"/>
                </a:cubicBezTo>
                <a:cubicBezTo>
                  <a:pt x="133" y="191"/>
                  <a:pt x="162" y="221"/>
                  <a:pt x="162" y="250"/>
                </a:cubicBezTo>
                <a:cubicBezTo>
                  <a:pt x="162" y="280"/>
                  <a:pt x="133" y="309"/>
                  <a:pt x="103" y="309"/>
                </a:cubicBezTo>
                <a:close/>
                <a:moveTo>
                  <a:pt x="383" y="471"/>
                </a:moveTo>
                <a:lnTo>
                  <a:pt x="383" y="471"/>
                </a:lnTo>
                <a:cubicBezTo>
                  <a:pt x="339" y="471"/>
                  <a:pt x="324" y="441"/>
                  <a:pt x="324" y="412"/>
                </a:cubicBezTo>
                <a:cubicBezTo>
                  <a:pt x="324" y="368"/>
                  <a:pt x="339" y="353"/>
                  <a:pt x="383" y="353"/>
                </a:cubicBezTo>
                <a:cubicBezTo>
                  <a:pt x="412" y="353"/>
                  <a:pt x="442" y="368"/>
                  <a:pt x="442" y="412"/>
                </a:cubicBezTo>
                <a:cubicBezTo>
                  <a:pt x="442" y="441"/>
                  <a:pt x="412" y="471"/>
                  <a:pt x="383" y="471"/>
                </a:cubicBezTo>
                <a:close/>
              </a:path>
            </a:pathLst>
          </a:custGeom>
          <a:solidFill>
            <a:schemeClr val="accent1"/>
          </a:solidFill>
          <a:ln>
            <a:solidFill>
              <a:schemeClr val="accent1"/>
            </a:solidFill>
          </a:ln>
          <a:effectLst/>
          <a:extLst>
            <a:ext uri="{91240B29-F687-4f45-9708-019B960494DF}"/>
            <a:ext uri="{AF507438-7753-43e0-B8FC-AC1667EBCBE1}"/>
          </a:extLst>
        </p:spPr>
        <p:txBody>
          <a:bodyPr wrap="none" anchor="ctr"/>
          <a:lstStyle/>
          <a:p>
            <a:pPr eaLnBrk="1" fontAlgn="auto" hangingPunct="1">
              <a:spcBef>
                <a:spcPts val="0"/>
              </a:spcBef>
              <a:spcAft>
                <a:spcPts val="0"/>
              </a:spcAft>
              <a:defRPr/>
            </a:pPr>
            <a:endParaRPr lang="en-US">
              <a:latin typeface="+mn-lt"/>
              <a:ea typeface="+mn-ea"/>
            </a:endParaRPr>
          </a:p>
        </p:txBody>
      </p:sp>
      <p:sp>
        <p:nvSpPr>
          <p:cNvPr id="9" name="Freeform 166">
            <a:extLst>
              <a:ext uri="{FF2B5EF4-FFF2-40B4-BE49-F238E27FC236}">
                <a16:creationId xmlns:a16="http://schemas.microsoft.com/office/drawing/2014/main" id="{D9844748-A315-E710-8621-4742845583FE}"/>
              </a:ext>
            </a:extLst>
          </p:cNvPr>
          <p:cNvSpPr>
            <a:spLocks noChangeArrowheads="1"/>
          </p:cNvSpPr>
          <p:nvPr userDrawn="1"/>
        </p:nvSpPr>
        <p:spPr bwMode="auto">
          <a:xfrm>
            <a:off x="301297" y="4894430"/>
            <a:ext cx="312533" cy="340544"/>
          </a:xfrm>
          <a:custGeom>
            <a:avLst/>
            <a:gdLst>
              <a:gd name="T0" fmla="*/ 371 w 390"/>
              <a:gd name="T1" fmla="*/ 0 h 445"/>
              <a:gd name="T2" fmla="*/ 371 w 390"/>
              <a:gd name="T3" fmla="*/ 0 h 445"/>
              <a:gd name="T4" fmla="*/ 310 w 390"/>
              <a:gd name="T5" fmla="*/ 0 h 445"/>
              <a:gd name="T6" fmla="*/ 292 w 390"/>
              <a:gd name="T7" fmla="*/ 28 h 445"/>
              <a:gd name="T8" fmla="*/ 292 w 390"/>
              <a:gd name="T9" fmla="*/ 444 h 445"/>
              <a:gd name="T10" fmla="*/ 389 w 390"/>
              <a:gd name="T11" fmla="*/ 444 h 445"/>
              <a:gd name="T12" fmla="*/ 389 w 390"/>
              <a:gd name="T13" fmla="*/ 28 h 445"/>
              <a:gd name="T14" fmla="*/ 371 w 390"/>
              <a:gd name="T15" fmla="*/ 0 h 445"/>
              <a:gd name="T16" fmla="*/ 221 w 390"/>
              <a:gd name="T17" fmla="*/ 151 h 445"/>
              <a:gd name="T18" fmla="*/ 221 w 390"/>
              <a:gd name="T19" fmla="*/ 151 h 445"/>
              <a:gd name="T20" fmla="*/ 168 w 390"/>
              <a:gd name="T21" fmla="*/ 151 h 445"/>
              <a:gd name="T22" fmla="*/ 141 w 390"/>
              <a:gd name="T23" fmla="*/ 178 h 445"/>
              <a:gd name="T24" fmla="*/ 141 w 390"/>
              <a:gd name="T25" fmla="*/ 444 h 445"/>
              <a:gd name="T26" fmla="*/ 248 w 390"/>
              <a:gd name="T27" fmla="*/ 444 h 445"/>
              <a:gd name="T28" fmla="*/ 248 w 390"/>
              <a:gd name="T29" fmla="*/ 178 h 445"/>
              <a:gd name="T30" fmla="*/ 221 w 390"/>
              <a:gd name="T31" fmla="*/ 151 h 445"/>
              <a:gd name="T32" fmla="*/ 70 w 390"/>
              <a:gd name="T33" fmla="*/ 302 h 445"/>
              <a:gd name="T34" fmla="*/ 70 w 390"/>
              <a:gd name="T35" fmla="*/ 302 h 445"/>
              <a:gd name="T36" fmla="*/ 17 w 390"/>
              <a:gd name="T37" fmla="*/ 302 h 445"/>
              <a:gd name="T38" fmla="*/ 0 w 390"/>
              <a:gd name="T39" fmla="*/ 319 h 445"/>
              <a:gd name="T40" fmla="*/ 0 w 390"/>
              <a:gd name="T41" fmla="*/ 444 h 445"/>
              <a:gd name="T42" fmla="*/ 97 w 390"/>
              <a:gd name="T43" fmla="*/ 444 h 445"/>
              <a:gd name="T44" fmla="*/ 97 w 390"/>
              <a:gd name="T45" fmla="*/ 319 h 445"/>
              <a:gd name="T46" fmla="*/ 70 w 390"/>
              <a:gd name="T47" fmla="*/ 302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0" h="445">
                <a:moveTo>
                  <a:pt x="371" y="0"/>
                </a:moveTo>
                <a:lnTo>
                  <a:pt x="371" y="0"/>
                </a:lnTo>
                <a:cubicBezTo>
                  <a:pt x="310" y="0"/>
                  <a:pt x="310" y="0"/>
                  <a:pt x="310" y="0"/>
                </a:cubicBezTo>
                <a:cubicBezTo>
                  <a:pt x="301" y="0"/>
                  <a:pt x="292" y="10"/>
                  <a:pt x="292" y="28"/>
                </a:cubicBezTo>
                <a:cubicBezTo>
                  <a:pt x="292" y="444"/>
                  <a:pt x="292" y="444"/>
                  <a:pt x="292" y="444"/>
                </a:cubicBezTo>
                <a:cubicBezTo>
                  <a:pt x="389" y="444"/>
                  <a:pt x="389" y="444"/>
                  <a:pt x="389" y="444"/>
                </a:cubicBezTo>
                <a:cubicBezTo>
                  <a:pt x="389" y="28"/>
                  <a:pt x="389" y="28"/>
                  <a:pt x="389" y="28"/>
                </a:cubicBezTo>
                <a:cubicBezTo>
                  <a:pt x="389" y="10"/>
                  <a:pt x="380" y="0"/>
                  <a:pt x="371" y="0"/>
                </a:cubicBezTo>
                <a:close/>
                <a:moveTo>
                  <a:pt x="221" y="151"/>
                </a:moveTo>
                <a:lnTo>
                  <a:pt x="221" y="151"/>
                </a:lnTo>
                <a:cubicBezTo>
                  <a:pt x="168" y="151"/>
                  <a:pt x="168" y="151"/>
                  <a:pt x="168" y="151"/>
                </a:cubicBezTo>
                <a:cubicBezTo>
                  <a:pt x="150" y="151"/>
                  <a:pt x="141" y="160"/>
                  <a:pt x="141" y="178"/>
                </a:cubicBezTo>
                <a:cubicBezTo>
                  <a:pt x="141" y="444"/>
                  <a:pt x="141" y="444"/>
                  <a:pt x="141" y="444"/>
                </a:cubicBezTo>
                <a:cubicBezTo>
                  <a:pt x="248" y="444"/>
                  <a:pt x="248" y="444"/>
                  <a:pt x="248" y="444"/>
                </a:cubicBezTo>
                <a:cubicBezTo>
                  <a:pt x="248" y="178"/>
                  <a:pt x="248" y="178"/>
                  <a:pt x="248" y="178"/>
                </a:cubicBezTo>
                <a:cubicBezTo>
                  <a:pt x="248" y="160"/>
                  <a:pt x="230" y="151"/>
                  <a:pt x="221" y="151"/>
                </a:cubicBezTo>
                <a:close/>
                <a:moveTo>
                  <a:pt x="70" y="302"/>
                </a:moveTo>
                <a:lnTo>
                  <a:pt x="70" y="302"/>
                </a:lnTo>
                <a:cubicBezTo>
                  <a:pt x="17" y="302"/>
                  <a:pt x="17" y="302"/>
                  <a:pt x="17" y="302"/>
                </a:cubicBezTo>
                <a:cubicBezTo>
                  <a:pt x="0" y="302"/>
                  <a:pt x="0" y="310"/>
                  <a:pt x="0" y="319"/>
                </a:cubicBezTo>
                <a:cubicBezTo>
                  <a:pt x="0" y="444"/>
                  <a:pt x="0" y="444"/>
                  <a:pt x="0" y="444"/>
                </a:cubicBezTo>
                <a:cubicBezTo>
                  <a:pt x="97" y="444"/>
                  <a:pt x="97" y="444"/>
                  <a:pt x="97" y="444"/>
                </a:cubicBezTo>
                <a:cubicBezTo>
                  <a:pt x="97" y="319"/>
                  <a:pt x="97" y="319"/>
                  <a:pt x="97" y="319"/>
                </a:cubicBezTo>
                <a:cubicBezTo>
                  <a:pt x="97" y="310"/>
                  <a:pt x="88" y="302"/>
                  <a:pt x="70" y="302"/>
                </a:cubicBezTo>
                <a:close/>
              </a:path>
            </a:pathLst>
          </a:custGeom>
          <a:solidFill>
            <a:schemeClr val="accent1"/>
          </a:solidFill>
          <a:ln>
            <a:solidFill>
              <a:schemeClr val="accent1"/>
            </a:solidFill>
          </a:ln>
          <a:effectLst/>
          <a:extLst>
            <a:ext uri="{91240B29-F687-4f45-9708-019B960494DF}"/>
            <a:ext uri="{AF507438-7753-43e0-B8FC-AC1667EBCBE1}"/>
          </a:ex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 name="ZoneTexte 9">
            <a:extLst>
              <a:ext uri="{FF2B5EF4-FFF2-40B4-BE49-F238E27FC236}">
                <a16:creationId xmlns:a16="http://schemas.microsoft.com/office/drawing/2014/main" id="{87CAC786-E264-8380-CD68-4B9C4777CBB0}"/>
              </a:ext>
            </a:extLst>
          </p:cNvPr>
          <p:cNvSpPr txBox="1"/>
          <p:nvPr userDrawn="1"/>
        </p:nvSpPr>
        <p:spPr>
          <a:xfrm>
            <a:off x="788988" y="1373264"/>
            <a:ext cx="1075936"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chemeClr val="accent1"/>
                </a:solidFill>
              </a:rPr>
              <a:t>Le besoin</a:t>
            </a:r>
          </a:p>
        </p:txBody>
      </p:sp>
      <p:sp>
        <p:nvSpPr>
          <p:cNvPr id="11" name="ZoneTexte 10">
            <a:extLst>
              <a:ext uri="{FF2B5EF4-FFF2-40B4-BE49-F238E27FC236}">
                <a16:creationId xmlns:a16="http://schemas.microsoft.com/office/drawing/2014/main" id="{1618B965-695F-EDE8-F0A1-8179E9E3291B}"/>
              </a:ext>
            </a:extLst>
          </p:cNvPr>
          <p:cNvSpPr txBox="1"/>
          <p:nvPr userDrawn="1"/>
        </p:nvSpPr>
        <p:spPr>
          <a:xfrm>
            <a:off x="788988" y="2858940"/>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chemeClr val="accent1"/>
                </a:solidFill>
              </a:rPr>
              <a:t>Notre approche </a:t>
            </a:r>
          </a:p>
        </p:txBody>
      </p:sp>
      <p:sp>
        <p:nvSpPr>
          <p:cNvPr id="12" name="ZoneTexte 11">
            <a:extLst>
              <a:ext uri="{FF2B5EF4-FFF2-40B4-BE49-F238E27FC236}">
                <a16:creationId xmlns:a16="http://schemas.microsoft.com/office/drawing/2014/main" id="{7A83653F-1E2D-CEC7-E374-44694EA56EC3}"/>
              </a:ext>
            </a:extLst>
          </p:cNvPr>
          <p:cNvSpPr txBox="1"/>
          <p:nvPr userDrawn="1"/>
        </p:nvSpPr>
        <p:spPr>
          <a:xfrm>
            <a:off x="788988" y="4892882"/>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chemeClr val="accent1"/>
                </a:solidFill>
              </a:rPr>
              <a:t>Les résultats</a:t>
            </a:r>
          </a:p>
        </p:txBody>
      </p:sp>
    </p:spTree>
    <p:extLst>
      <p:ext uri="{BB962C8B-B14F-4D97-AF65-F5344CB8AC3E}">
        <p14:creationId xmlns:p14="http://schemas.microsoft.com/office/powerpoint/2010/main" val="30795351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3">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D397D66B-9911-5E07-B7C0-4F5898FE5ABB}"/>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4792853" y="1620831"/>
            <a:ext cx="2606294" cy="3227324"/>
          </a:xfrm>
          <a:prstGeom prst="rect">
            <a:avLst/>
          </a:prstGeom>
        </p:spPr>
      </p:pic>
      <p:sp>
        <p:nvSpPr>
          <p:cNvPr id="12" name="ZoneTexte 11">
            <a:extLst>
              <a:ext uri="{FF2B5EF4-FFF2-40B4-BE49-F238E27FC236}">
                <a16:creationId xmlns:a16="http://schemas.microsoft.com/office/drawing/2014/main" id="{99FE2B1E-4523-DBB5-EE33-00AD5FF8460F}"/>
              </a:ext>
            </a:extLst>
          </p:cNvPr>
          <p:cNvSpPr txBox="1"/>
          <p:nvPr userDrawn="1"/>
        </p:nvSpPr>
        <p:spPr>
          <a:xfrm>
            <a:off x="4604244" y="6369634"/>
            <a:ext cx="2983510" cy="400110"/>
          </a:xfrm>
          <a:prstGeom prst="rect">
            <a:avLst/>
          </a:prstGeom>
          <a:noFill/>
        </p:spPr>
        <p:txBody>
          <a:bodyPr wrap="none" rtlCol="0">
            <a:spAutoFit/>
          </a:bodyPr>
          <a:lstStyle/>
          <a:p>
            <a:pPr algn="ctr"/>
            <a:r>
              <a:rPr lang="fr-FR" sz="2000" dirty="0">
                <a:solidFill>
                  <a:schemeClr val="tx1"/>
                </a:solidFill>
                <a:latin typeface="Barlow" panose="00000500000000000000" pitchFamily="2" charset="0"/>
              </a:rPr>
              <a:t>www.quadratic-labs.com</a:t>
            </a:r>
          </a:p>
        </p:txBody>
      </p:sp>
    </p:spTree>
    <p:extLst>
      <p:ext uri="{BB962C8B-B14F-4D97-AF65-F5344CB8AC3E}">
        <p14:creationId xmlns:p14="http://schemas.microsoft.com/office/powerpoint/2010/main" val="41024694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n tête section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7" name="Image 6">
            <a:extLst>
              <a:ext uri="{FF2B5EF4-FFF2-40B4-BE49-F238E27FC236}">
                <a16:creationId xmlns:a16="http://schemas.microsoft.com/office/drawing/2014/main" id="{21A505E3-CAC3-9D14-2310-3B9E5E5DE7F5}"/>
              </a:ext>
            </a:extLst>
          </p:cNvPr>
          <p:cNvPicPr>
            <a:picLocks noChangeAspect="1"/>
          </p:cNvPicPr>
          <p:nvPr userDrawn="1"/>
        </p:nvPicPr>
        <p:blipFill>
          <a:blip r:embed="rId2">
            <a:duotone>
              <a:prstClr val="black"/>
              <a:schemeClr val="accent2">
                <a:tint val="45000"/>
                <a:satMod val="400000"/>
              </a:schemeClr>
            </a:duotone>
          </a:blip>
          <a:stretch>
            <a:fillRect/>
          </a:stretch>
        </p:blipFill>
        <p:spPr>
          <a:xfrm>
            <a:off x="0" y="650874"/>
            <a:ext cx="4377908" cy="4377908"/>
          </a:xfrm>
          <a:prstGeom prst="rect">
            <a:avLst/>
          </a:prstGeom>
        </p:spPr>
      </p:pic>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3">
            <a:duotone>
              <a:prstClr val="black"/>
              <a:schemeClr val="accent2">
                <a:tint val="45000"/>
                <a:satMod val="400000"/>
              </a:schemeClr>
            </a:duotone>
          </a:blip>
          <a:stretch>
            <a:fillRect/>
          </a:stretch>
        </p:blipFill>
        <p:spPr>
          <a:xfrm>
            <a:off x="11512365" y="6301212"/>
            <a:ext cx="374834" cy="475399"/>
          </a:xfrm>
          <a:prstGeom prst="rect">
            <a:avLst/>
          </a:prstGeom>
        </p:spPr>
      </p:pic>
      <p:sp>
        <p:nvSpPr>
          <p:cNvPr id="19" name="ZoneTexte 18">
            <a:extLst>
              <a:ext uri="{FF2B5EF4-FFF2-40B4-BE49-F238E27FC236}">
                <a16:creationId xmlns:a16="http://schemas.microsoft.com/office/drawing/2014/main" id="{BE625E3B-0104-4027-D0CF-0BBC92DE7DC1}"/>
              </a:ext>
            </a:extLst>
          </p:cNvPr>
          <p:cNvSpPr txBox="1"/>
          <p:nvPr userDrawn="1"/>
        </p:nvSpPr>
        <p:spPr>
          <a:xfrm>
            <a:off x="9081890"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spTree>
    <p:extLst>
      <p:ext uri="{BB962C8B-B14F-4D97-AF65-F5344CB8AC3E}">
        <p14:creationId xmlns:p14="http://schemas.microsoft.com/office/powerpoint/2010/main" val="15932252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n-tête section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2">
            <a:duotone>
              <a:prstClr val="black"/>
              <a:schemeClr val="accent2">
                <a:tint val="45000"/>
                <a:satMod val="400000"/>
              </a:schemeClr>
            </a:duotone>
          </a:blip>
          <a:stretch>
            <a:fillRect/>
          </a:stretch>
        </p:blipFill>
        <p:spPr>
          <a:xfrm>
            <a:off x="11512365" y="6301212"/>
            <a:ext cx="374834" cy="475399"/>
          </a:xfrm>
          <a:prstGeom prst="rect">
            <a:avLst/>
          </a:prstGeom>
        </p:spPr>
      </p:pic>
      <p:sp>
        <p:nvSpPr>
          <p:cNvPr id="19" name="ZoneTexte 18">
            <a:extLst>
              <a:ext uri="{FF2B5EF4-FFF2-40B4-BE49-F238E27FC236}">
                <a16:creationId xmlns:a16="http://schemas.microsoft.com/office/drawing/2014/main" id="{BE625E3B-0104-4027-D0CF-0BBC92DE7DC1}"/>
              </a:ext>
            </a:extLst>
          </p:cNvPr>
          <p:cNvSpPr txBox="1"/>
          <p:nvPr userDrawn="1"/>
        </p:nvSpPr>
        <p:spPr>
          <a:xfrm>
            <a:off x="9081890"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5" name="Image 4">
            <a:extLst>
              <a:ext uri="{FF2B5EF4-FFF2-40B4-BE49-F238E27FC236}">
                <a16:creationId xmlns:a16="http://schemas.microsoft.com/office/drawing/2014/main" id="{3A03DD93-1E3E-EACC-7DD4-AF5196B260E5}"/>
              </a:ext>
            </a:extLst>
          </p:cNvPr>
          <p:cNvPicPr>
            <a:picLocks noChangeAspect="1"/>
          </p:cNvPicPr>
          <p:nvPr userDrawn="1"/>
        </p:nvPicPr>
        <p:blipFill>
          <a:blip r:embed="rId3">
            <a:duotone>
              <a:prstClr val="black"/>
              <a:schemeClr val="accent2">
                <a:tint val="45000"/>
                <a:satMod val="400000"/>
              </a:schemeClr>
            </a:duotone>
          </a:blip>
          <a:stretch>
            <a:fillRect/>
          </a:stretch>
        </p:blipFill>
        <p:spPr>
          <a:xfrm>
            <a:off x="749301" y="650875"/>
            <a:ext cx="3290358" cy="4377907"/>
          </a:xfrm>
          <a:prstGeom prst="rect">
            <a:avLst/>
          </a:prstGeom>
        </p:spPr>
      </p:pic>
    </p:spTree>
    <p:extLst>
      <p:ext uri="{BB962C8B-B14F-4D97-AF65-F5344CB8AC3E}">
        <p14:creationId xmlns:p14="http://schemas.microsoft.com/office/powerpoint/2010/main" val="6848571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tête section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19" name="ZoneTexte 18">
            <a:extLst>
              <a:ext uri="{FF2B5EF4-FFF2-40B4-BE49-F238E27FC236}">
                <a16:creationId xmlns:a16="http://schemas.microsoft.com/office/drawing/2014/main" id="{BE625E3B-0104-4027-D0CF-0BBC92DE7DC1}"/>
              </a:ext>
            </a:extLst>
          </p:cNvPr>
          <p:cNvSpPr txBox="1"/>
          <p:nvPr userDrawn="1"/>
        </p:nvSpPr>
        <p:spPr>
          <a:xfrm>
            <a:off x="9456725"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6" name="Image 5">
            <a:extLst>
              <a:ext uri="{FF2B5EF4-FFF2-40B4-BE49-F238E27FC236}">
                <a16:creationId xmlns:a16="http://schemas.microsoft.com/office/drawing/2014/main" id="{C98FA8A2-46EA-C4B5-2ED9-00FB69314174}"/>
              </a:ext>
            </a:extLst>
          </p:cNvPr>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411051" y="612461"/>
            <a:ext cx="3538649" cy="4381842"/>
          </a:xfrm>
          <a:prstGeom prst="rect">
            <a:avLst/>
          </a:prstGeom>
        </p:spPr>
      </p:pic>
    </p:spTree>
    <p:extLst>
      <p:ext uri="{BB962C8B-B14F-4D97-AF65-F5344CB8AC3E}">
        <p14:creationId xmlns:p14="http://schemas.microsoft.com/office/powerpoint/2010/main" val="15817878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pic>
        <p:nvPicPr>
          <p:cNvPr id="10" name="Image 9">
            <a:extLst>
              <a:ext uri="{FF2B5EF4-FFF2-40B4-BE49-F238E27FC236}">
                <a16:creationId xmlns:a16="http://schemas.microsoft.com/office/drawing/2014/main" id="{3BA08614-19D5-F1B6-C9B4-41AE0ECDD296}"/>
              </a:ext>
            </a:extLst>
          </p:cNvPr>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4163498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u Standar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A559487-FFAF-9004-049F-02454F246A57}"/>
              </a:ext>
            </a:extLst>
          </p:cNvPr>
          <p:cNvSpPr>
            <a:spLocks noGrp="1"/>
          </p:cNvSpPr>
          <p:nvPr>
            <p:ph idx="1"/>
          </p:nvPr>
        </p:nvSpPr>
        <p:spPr>
          <a:xfrm>
            <a:off x="261303" y="1531088"/>
            <a:ext cx="11669393" cy="4645875"/>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ED2BE8B6-177C-761E-6F1C-F3F02A5F14CD}"/>
              </a:ext>
            </a:extLst>
          </p:cNvPr>
          <p:cNvSpPr>
            <a:spLocks noGrp="1"/>
          </p:cNvSpPr>
          <p:nvPr>
            <p:ph type="dt" sz="half" idx="10"/>
          </p:nvPr>
        </p:nvSpPr>
        <p:spPr>
          <a:xfrm>
            <a:off x="261303" y="6356350"/>
            <a:ext cx="2743200" cy="365125"/>
          </a:xfrm>
        </p:spPr>
        <p:txBody>
          <a:bodyPr/>
          <a:lstStyle/>
          <a:p>
            <a:fld id="{DCF2D877-55A7-4280-9761-FC7FF1D56B23}" type="datetime1">
              <a:rPr lang="fr-FR" smtClean="0"/>
              <a:t>09/01/2024</a:t>
            </a:fld>
            <a:endParaRPr lang="fr-FR"/>
          </a:p>
        </p:txBody>
      </p:sp>
      <p:sp>
        <p:nvSpPr>
          <p:cNvPr id="5" name="Espace réservé du pied de page 4">
            <a:extLst>
              <a:ext uri="{FF2B5EF4-FFF2-40B4-BE49-F238E27FC236}">
                <a16:creationId xmlns:a16="http://schemas.microsoft.com/office/drawing/2014/main" id="{41DC9EA5-1E0E-FDBC-45A1-017B3CD4C2BD}"/>
              </a:ext>
            </a:extLst>
          </p:cNvPr>
          <p:cNvSpPr>
            <a:spLocks noGrp="1"/>
          </p:cNvSpPr>
          <p:nvPr>
            <p:ph type="ftr" sz="quarter" idx="11"/>
          </p:nvPr>
        </p:nvSpPr>
        <p:spPr/>
        <p:txBody>
          <a:body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0CAE3CC8-7DAE-391C-6FD1-A6358755E87F}"/>
              </a:ext>
            </a:extLst>
          </p:cNvPr>
          <p:cNvSpPr>
            <a:spLocks noGrp="1"/>
          </p:cNvSpPr>
          <p:nvPr>
            <p:ph type="sldNum" sz="quarter" idx="12"/>
          </p:nvPr>
        </p:nvSpPr>
        <p:spPr>
          <a:xfrm>
            <a:off x="9187497" y="6356350"/>
            <a:ext cx="2743200" cy="365125"/>
          </a:xfrm>
        </p:spPr>
        <p:txBody>
          <a:bodyPr/>
          <a:lstStyle/>
          <a:p>
            <a:fld id="{41DD7FD0-8CCF-4985-AE30-D6D48D0A42D3}" type="slidenum">
              <a:rPr lang="fr-FR" smtClean="0"/>
              <a:t>‹N°›</a:t>
            </a:fld>
            <a:endParaRPr lang="fr-FR"/>
          </a:p>
        </p:txBody>
      </p:sp>
      <p:sp>
        <p:nvSpPr>
          <p:cNvPr id="7" name="Titre 1">
            <a:extLst>
              <a:ext uri="{FF2B5EF4-FFF2-40B4-BE49-F238E27FC236}">
                <a16:creationId xmlns:a16="http://schemas.microsoft.com/office/drawing/2014/main" id="{FF2E53A6-2456-7D83-32E4-E2D05CBD30C4}"/>
              </a:ext>
            </a:extLst>
          </p:cNvPr>
          <p:cNvSpPr>
            <a:spLocks noGrp="1"/>
          </p:cNvSpPr>
          <p:nvPr>
            <p:ph type="title"/>
          </p:nvPr>
        </p:nvSpPr>
        <p:spPr>
          <a:xfrm>
            <a:off x="1063256" y="226902"/>
            <a:ext cx="10867442" cy="623702"/>
          </a:xfrm>
        </p:spPr>
        <p:txBody>
          <a:bodyPr/>
          <a:lstStyle/>
          <a:p>
            <a:r>
              <a:rPr lang="fr-FR" dirty="0"/>
              <a:t>Modifiez le style du titre</a:t>
            </a:r>
          </a:p>
        </p:txBody>
      </p:sp>
      <p:cxnSp>
        <p:nvCxnSpPr>
          <p:cNvPr id="11" name="Connecteur droit 10">
            <a:extLst>
              <a:ext uri="{FF2B5EF4-FFF2-40B4-BE49-F238E27FC236}">
                <a16:creationId xmlns:a16="http://schemas.microsoft.com/office/drawing/2014/main" id="{9317C058-D8F3-CC27-818C-09DCF165A148}"/>
              </a:ext>
            </a:extLst>
          </p:cNvPr>
          <p:cNvCxnSpPr>
            <a:cxnSpLocks/>
          </p:cNvCxnSpPr>
          <p:nvPr userDrawn="1"/>
        </p:nvCxnSpPr>
        <p:spPr>
          <a:xfrm>
            <a:off x="261303" y="1372378"/>
            <a:ext cx="11669395" cy="0"/>
          </a:xfrm>
          <a:prstGeom prst="line">
            <a:avLst/>
          </a:prstGeom>
          <a:ln w="57150">
            <a:solidFill>
              <a:srgbClr val="7999CB"/>
            </a:solidFill>
          </a:ln>
        </p:spPr>
        <p:style>
          <a:lnRef idx="1">
            <a:schemeClr val="accent5"/>
          </a:lnRef>
          <a:fillRef idx="0">
            <a:schemeClr val="accent5"/>
          </a:fillRef>
          <a:effectRef idx="0">
            <a:schemeClr val="accent5"/>
          </a:effectRef>
          <a:fontRef idx="minor">
            <a:schemeClr val="tx1"/>
          </a:fontRef>
        </p:style>
      </p:cxnSp>
      <p:sp>
        <p:nvSpPr>
          <p:cNvPr id="12" name="Espace réservé du texte 9">
            <a:extLst>
              <a:ext uri="{FF2B5EF4-FFF2-40B4-BE49-F238E27FC236}">
                <a16:creationId xmlns:a16="http://schemas.microsoft.com/office/drawing/2014/main" id="{F3D61B73-0515-AA37-7C97-83AECF96DA1E}"/>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pic>
        <p:nvPicPr>
          <p:cNvPr id="8" name="Image 7">
            <a:extLst>
              <a:ext uri="{FF2B5EF4-FFF2-40B4-BE49-F238E27FC236}">
                <a16:creationId xmlns:a16="http://schemas.microsoft.com/office/drawing/2014/main" id="{14710A95-1151-0E93-3B4E-4B0C74EADED0}"/>
              </a:ext>
            </a:extLst>
          </p:cNvPr>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1582411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A90439-E433-1E60-DBD5-0A47D2A54767}"/>
              </a:ext>
            </a:extLst>
          </p:cNvPr>
          <p:cNvSpPr>
            <a:spLocks noGrp="1"/>
          </p:cNvSpPr>
          <p:nvPr>
            <p:ph sz="half" idx="1"/>
          </p:nvPr>
        </p:nvSpPr>
        <p:spPr>
          <a:xfrm>
            <a:off x="237055" y="1520456"/>
            <a:ext cx="5782745" cy="465650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contenu 3">
            <a:extLst>
              <a:ext uri="{FF2B5EF4-FFF2-40B4-BE49-F238E27FC236}">
                <a16:creationId xmlns:a16="http://schemas.microsoft.com/office/drawing/2014/main" id="{B85DA2C1-382A-FDD5-DF0E-FEADFDF4191E}"/>
              </a:ext>
            </a:extLst>
          </p:cNvPr>
          <p:cNvSpPr>
            <a:spLocks noGrp="1"/>
          </p:cNvSpPr>
          <p:nvPr>
            <p:ph sz="half" idx="2"/>
          </p:nvPr>
        </p:nvSpPr>
        <p:spPr>
          <a:xfrm>
            <a:off x="6172200" y="1520456"/>
            <a:ext cx="5758496" cy="465650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e la date 4">
            <a:extLst>
              <a:ext uri="{FF2B5EF4-FFF2-40B4-BE49-F238E27FC236}">
                <a16:creationId xmlns:a16="http://schemas.microsoft.com/office/drawing/2014/main" id="{D4EBE020-139E-FC55-9B9D-E94A4688B6A6}"/>
              </a:ext>
            </a:extLst>
          </p:cNvPr>
          <p:cNvSpPr>
            <a:spLocks noGrp="1"/>
          </p:cNvSpPr>
          <p:nvPr>
            <p:ph type="dt" sz="half" idx="10"/>
          </p:nvPr>
        </p:nvSpPr>
        <p:spPr>
          <a:xfrm>
            <a:off x="237055" y="6356350"/>
            <a:ext cx="2743200" cy="365125"/>
          </a:xfrm>
        </p:spPr>
        <p:txBody>
          <a:bodyPr/>
          <a:lstStyle/>
          <a:p>
            <a:fld id="{D1F58CE8-8F4C-45E8-9484-15E46BADA532}" type="datetime1">
              <a:rPr lang="fr-FR" smtClean="0"/>
              <a:t>09/01/2024</a:t>
            </a:fld>
            <a:endParaRPr lang="fr-FR"/>
          </a:p>
        </p:txBody>
      </p:sp>
      <p:sp>
        <p:nvSpPr>
          <p:cNvPr id="6" name="Espace réservé du pied de page 5">
            <a:extLst>
              <a:ext uri="{FF2B5EF4-FFF2-40B4-BE49-F238E27FC236}">
                <a16:creationId xmlns:a16="http://schemas.microsoft.com/office/drawing/2014/main" id="{BA0059D6-B00E-5053-DE57-A52862B448DF}"/>
              </a:ext>
            </a:extLst>
          </p:cNvPr>
          <p:cNvSpPr>
            <a:spLocks noGrp="1"/>
          </p:cNvSpPr>
          <p:nvPr>
            <p:ph type="ftr" sz="quarter" idx="11"/>
          </p:nvPr>
        </p:nvSpPr>
        <p:spPr/>
        <p:txBody>
          <a:bodyPr/>
          <a:lstStyle/>
          <a:p>
            <a:r>
              <a:rPr lang="fr-FR"/>
              <a:t>Pied de page (copyright, rappel du titre, etc.)</a:t>
            </a:r>
          </a:p>
        </p:txBody>
      </p:sp>
      <p:sp>
        <p:nvSpPr>
          <p:cNvPr id="7" name="Espace réservé du numéro de diapositive 6">
            <a:extLst>
              <a:ext uri="{FF2B5EF4-FFF2-40B4-BE49-F238E27FC236}">
                <a16:creationId xmlns:a16="http://schemas.microsoft.com/office/drawing/2014/main" id="{8A3605E4-186E-761D-AFC2-2E75FDA7FFBE}"/>
              </a:ext>
            </a:extLst>
          </p:cNvPr>
          <p:cNvSpPr>
            <a:spLocks noGrp="1"/>
          </p:cNvSpPr>
          <p:nvPr>
            <p:ph type="sldNum" sz="quarter" idx="12"/>
          </p:nvPr>
        </p:nvSpPr>
        <p:spPr>
          <a:xfrm>
            <a:off x="9187496" y="6356350"/>
            <a:ext cx="2743200" cy="365125"/>
          </a:xfrm>
        </p:spPr>
        <p:txBody>
          <a:bodyPr/>
          <a:lstStyle/>
          <a:p>
            <a:fld id="{41DD7FD0-8CCF-4985-AE30-D6D48D0A42D3}" type="slidenum">
              <a:rPr lang="fr-FR" smtClean="0"/>
              <a:t>‹N°›</a:t>
            </a:fld>
            <a:endParaRPr lang="fr-FR"/>
          </a:p>
        </p:txBody>
      </p:sp>
      <p:sp>
        <p:nvSpPr>
          <p:cNvPr id="8" name="Titre 1">
            <a:extLst>
              <a:ext uri="{FF2B5EF4-FFF2-40B4-BE49-F238E27FC236}">
                <a16:creationId xmlns:a16="http://schemas.microsoft.com/office/drawing/2014/main" id="{25B18CC4-EEEA-73A7-94C4-6F9892D133E1}"/>
              </a:ext>
            </a:extLst>
          </p:cNvPr>
          <p:cNvSpPr>
            <a:spLocks noGrp="1"/>
          </p:cNvSpPr>
          <p:nvPr>
            <p:ph type="title"/>
          </p:nvPr>
        </p:nvSpPr>
        <p:spPr>
          <a:xfrm>
            <a:off x="1063256" y="226902"/>
            <a:ext cx="10867442" cy="623702"/>
          </a:xfrm>
        </p:spPr>
        <p:txBody>
          <a:bodyPr/>
          <a:lstStyle/>
          <a:p>
            <a:r>
              <a:rPr lang="fr-FR" dirty="0"/>
              <a:t>Modifiez le style du titre</a:t>
            </a:r>
          </a:p>
        </p:txBody>
      </p:sp>
      <p:sp>
        <p:nvSpPr>
          <p:cNvPr id="10" name="Espace réservé du texte 9">
            <a:extLst>
              <a:ext uri="{FF2B5EF4-FFF2-40B4-BE49-F238E27FC236}">
                <a16:creationId xmlns:a16="http://schemas.microsoft.com/office/drawing/2014/main" id="{D0E8DE64-82C0-A85F-43E6-846305A3D2A4}"/>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cxnSp>
        <p:nvCxnSpPr>
          <p:cNvPr id="9" name="Connecteur droit 8">
            <a:extLst>
              <a:ext uri="{FF2B5EF4-FFF2-40B4-BE49-F238E27FC236}">
                <a16:creationId xmlns:a16="http://schemas.microsoft.com/office/drawing/2014/main" id="{20844031-FBE1-4A65-39B5-2892F8676FE3}"/>
              </a:ext>
            </a:extLst>
          </p:cNvPr>
          <p:cNvCxnSpPr>
            <a:cxnSpLocks/>
          </p:cNvCxnSpPr>
          <p:nvPr userDrawn="1"/>
        </p:nvCxnSpPr>
        <p:spPr>
          <a:xfrm>
            <a:off x="261303" y="1372378"/>
            <a:ext cx="11669395" cy="0"/>
          </a:xfrm>
          <a:prstGeom prst="line">
            <a:avLst/>
          </a:prstGeom>
          <a:ln w="57150">
            <a:solidFill>
              <a:srgbClr val="7999CB"/>
            </a:solidFill>
          </a:ln>
        </p:spPr>
        <p:style>
          <a:lnRef idx="1">
            <a:schemeClr val="accent5"/>
          </a:lnRef>
          <a:fillRef idx="0">
            <a:schemeClr val="accent5"/>
          </a:fillRef>
          <a:effectRef idx="0">
            <a:schemeClr val="accent5"/>
          </a:effectRef>
          <a:fontRef idx="minor">
            <a:schemeClr val="tx1"/>
          </a:fontRef>
        </p:style>
      </p:cxnSp>
      <p:pic>
        <p:nvPicPr>
          <p:cNvPr id="11" name="Image 10">
            <a:extLst>
              <a:ext uri="{FF2B5EF4-FFF2-40B4-BE49-F238E27FC236}">
                <a16:creationId xmlns:a16="http://schemas.microsoft.com/office/drawing/2014/main" id="{BF2A5468-BC9E-09AF-D327-A491F45B3B9E}"/>
              </a:ext>
            </a:extLst>
          </p:cNvPr>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1520586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CA63E9AE-2E85-060A-2622-670846D50DD4}"/>
              </a:ext>
            </a:extLst>
          </p:cNvPr>
          <p:cNvSpPr>
            <a:spLocks noGrp="1"/>
          </p:cNvSpPr>
          <p:nvPr>
            <p:ph type="body" idx="1"/>
          </p:nvPr>
        </p:nvSpPr>
        <p:spPr>
          <a:xfrm>
            <a:off x="261304" y="1425987"/>
            <a:ext cx="5736272"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F49004B4-18BC-77C0-920C-F1C26212EB4D}"/>
              </a:ext>
            </a:extLst>
          </p:cNvPr>
          <p:cNvSpPr>
            <a:spLocks noGrp="1"/>
          </p:cNvSpPr>
          <p:nvPr>
            <p:ph sz="half" idx="2"/>
          </p:nvPr>
        </p:nvSpPr>
        <p:spPr>
          <a:xfrm>
            <a:off x="261304" y="2223687"/>
            <a:ext cx="5736272" cy="396597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texte 4">
            <a:extLst>
              <a:ext uri="{FF2B5EF4-FFF2-40B4-BE49-F238E27FC236}">
                <a16:creationId xmlns:a16="http://schemas.microsoft.com/office/drawing/2014/main" id="{4621FA98-C4CD-F07E-AE38-067CFFF16627}"/>
              </a:ext>
            </a:extLst>
          </p:cNvPr>
          <p:cNvSpPr>
            <a:spLocks noGrp="1"/>
          </p:cNvSpPr>
          <p:nvPr>
            <p:ph type="body" sz="quarter" idx="3"/>
          </p:nvPr>
        </p:nvSpPr>
        <p:spPr>
          <a:xfrm>
            <a:off x="6172200" y="1425987"/>
            <a:ext cx="5758496"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6" name="Espace réservé du contenu 5">
            <a:extLst>
              <a:ext uri="{FF2B5EF4-FFF2-40B4-BE49-F238E27FC236}">
                <a16:creationId xmlns:a16="http://schemas.microsoft.com/office/drawing/2014/main" id="{819A5810-EC86-B1CF-0947-21471B5395D2}"/>
              </a:ext>
            </a:extLst>
          </p:cNvPr>
          <p:cNvSpPr>
            <a:spLocks noGrp="1"/>
          </p:cNvSpPr>
          <p:nvPr>
            <p:ph sz="quarter" idx="4"/>
          </p:nvPr>
        </p:nvSpPr>
        <p:spPr>
          <a:xfrm>
            <a:off x="6172199" y="2223687"/>
            <a:ext cx="5758495" cy="39659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29D839-43CA-A05E-2039-547DD6675630}"/>
              </a:ext>
            </a:extLst>
          </p:cNvPr>
          <p:cNvSpPr>
            <a:spLocks noGrp="1"/>
          </p:cNvSpPr>
          <p:nvPr>
            <p:ph type="dt" sz="half" idx="10"/>
          </p:nvPr>
        </p:nvSpPr>
        <p:spPr/>
        <p:txBody>
          <a:bodyPr/>
          <a:lstStyle/>
          <a:p>
            <a:fld id="{7C95BFE5-FCAC-485A-8E27-AEBF934396AA}" type="datetime1">
              <a:rPr lang="fr-FR" smtClean="0"/>
              <a:t>09/01/2024</a:t>
            </a:fld>
            <a:endParaRPr lang="fr-FR"/>
          </a:p>
        </p:txBody>
      </p:sp>
      <p:sp>
        <p:nvSpPr>
          <p:cNvPr id="8" name="Espace réservé du pied de page 7">
            <a:extLst>
              <a:ext uri="{FF2B5EF4-FFF2-40B4-BE49-F238E27FC236}">
                <a16:creationId xmlns:a16="http://schemas.microsoft.com/office/drawing/2014/main" id="{081553BD-4A83-AC24-8877-2721F63A554A}"/>
              </a:ext>
            </a:extLst>
          </p:cNvPr>
          <p:cNvSpPr>
            <a:spLocks noGrp="1"/>
          </p:cNvSpPr>
          <p:nvPr>
            <p:ph type="ftr" sz="quarter" idx="11"/>
          </p:nvPr>
        </p:nvSpPr>
        <p:spPr/>
        <p:txBody>
          <a:bodyPr/>
          <a:lstStyle/>
          <a:p>
            <a:r>
              <a:rPr lang="fr-FR"/>
              <a:t>Pied de page (copyright, rappel du titre, etc.)</a:t>
            </a:r>
          </a:p>
        </p:txBody>
      </p:sp>
      <p:sp>
        <p:nvSpPr>
          <p:cNvPr id="9" name="Espace réservé du numéro de diapositive 8">
            <a:extLst>
              <a:ext uri="{FF2B5EF4-FFF2-40B4-BE49-F238E27FC236}">
                <a16:creationId xmlns:a16="http://schemas.microsoft.com/office/drawing/2014/main" id="{F0E6E38C-959C-E1D4-0F0C-E4507732F64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12" name="Connecteur droit 11">
            <a:extLst>
              <a:ext uri="{FF2B5EF4-FFF2-40B4-BE49-F238E27FC236}">
                <a16:creationId xmlns:a16="http://schemas.microsoft.com/office/drawing/2014/main" id="{147EE4A6-DA09-7BAA-7FF3-7DB5E7BA9137}"/>
              </a:ext>
            </a:extLst>
          </p:cNvPr>
          <p:cNvCxnSpPr>
            <a:cxnSpLocks/>
          </p:cNvCxnSpPr>
          <p:nvPr userDrawn="1"/>
        </p:nvCxnSpPr>
        <p:spPr>
          <a:xfrm>
            <a:off x="838200" y="1408344"/>
            <a:ext cx="10515600" cy="0"/>
          </a:xfrm>
          <a:prstGeom prst="line">
            <a:avLst/>
          </a:prstGeom>
        </p:spPr>
        <p:style>
          <a:lnRef idx="1">
            <a:schemeClr val="accent5"/>
          </a:lnRef>
          <a:fillRef idx="0">
            <a:schemeClr val="accent5"/>
          </a:fillRef>
          <a:effectRef idx="0">
            <a:schemeClr val="accent5"/>
          </a:effectRef>
          <a:fontRef idx="minor">
            <a:schemeClr val="tx1"/>
          </a:fontRef>
        </p:style>
      </p:cxnSp>
      <p:sp>
        <p:nvSpPr>
          <p:cNvPr id="16" name="Titre 15">
            <a:extLst>
              <a:ext uri="{FF2B5EF4-FFF2-40B4-BE49-F238E27FC236}">
                <a16:creationId xmlns:a16="http://schemas.microsoft.com/office/drawing/2014/main" id="{3E2E0BE2-F355-9418-AA38-CD45CA459886}"/>
              </a:ext>
            </a:extLst>
          </p:cNvPr>
          <p:cNvSpPr>
            <a:spLocks noGrp="1"/>
          </p:cNvSpPr>
          <p:nvPr>
            <p:ph type="title"/>
          </p:nvPr>
        </p:nvSpPr>
        <p:spPr>
          <a:xfrm>
            <a:off x="1063256" y="235723"/>
            <a:ext cx="10867441" cy="623702"/>
          </a:xfrm>
        </p:spPr>
        <p:txBody>
          <a:bodyPr/>
          <a:lstStyle/>
          <a:p>
            <a:r>
              <a:rPr lang="fr-FR"/>
              <a:t>Modifiez le style du titre</a:t>
            </a:r>
          </a:p>
        </p:txBody>
      </p:sp>
      <p:sp>
        <p:nvSpPr>
          <p:cNvPr id="17" name="Espace réservé du texte 9">
            <a:extLst>
              <a:ext uri="{FF2B5EF4-FFF2-40B4-BE49-F238E27FC236}">
                <a16:creationId xmlns:a16="http://schemas.microsoft.com/office/drawing/2014/main" id="{40987D09-4FAC-029B-3A06-926A6F28CF50}"/>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cxnSp>
        <p:nvCxnSpPr>
          <p:cNvPr id="2" name="Connecteur droit 1">
            <a:extLst>
              <a:ext uri="{FF2B5EF4-FFF2-40B4-BE49-F238E27FC236}">
                <a16:creationId xmlns:a16="http://schemas.microsoft.com/office/drawing/2014/main" id="{AAF30529-FF07-8227-843C-1D2ED707CB7C}"/>
              </a:ext>
            </a:extLst>
          </p:cNvPr>
          <p:cNvCxnSpPr>
            <a:cxnSpLocks/>
          </p:cNvCxnSpPr>
          <p:nvPr userDrawn="1"/>
        </p:nvCxnSpPr>
        <p:spPr>
          <a:xfrm>
            <a:off x="261303" y="1372378"/>
            <a:ext cx="11669395" cy="0"/>
          </a:xfrm>
          <a:prstGeom prst="line">
            <a:avLst/>
          </a:prstGeom>
          <a:ln w="57150">
            <a:solidFill>
              <a:srgbClr val="7999CB"/>
            </a:solidFill>
          </a:ln>
        </p:spPr>
        <p:style>
          <a:lnRef idx="1">
            <a:schemeClr val="accent5"/>
          </a:lnRef>
          <a:fillRef idx="0">
            <a:schemeClr val="accent5"/>
          </a:fillRef>
          <a:effectRef idx="0">
            <a:schemeClr val="accent5"/>
          </a:effectRef>
          <a:fontRef idx="minor">
            <a:schemeClr val="tx1"/>
          </a:fontRef>
        </p:style>
      </p:cxnSp>
      <p:pic>
        <p:nvPicPr>
          <p:cNvPr id="13" name="Image 12">
            <a:extLst>
              <a:ext uri="{FF2B5EF4-FFF2-40B4-BE49-F238E27FC236}">
                <a16:creationId xmlns:a16="http://schemas.microsoft.com/office/drawing/2014/main" id="{BDB30804-9E6C-C0EF-FC42-4887BD9B2C82}"/>
              </a:ext>
            </a:extLst>
          </p:cNvPr>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5810276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6C0FFB-0DDD-EBDF-B9C4-1131FAC895E3}"/>
              </a:ext>
            </a:extLst>
          </p:cNvPr>
          <p:cNvSpPr>
            <a:spLocks noGrp="1"/>
          </p:cNvSpPr>
          <p:nvPr>
            <p:ph type="title"/>
          </p:nvPr>
        </p:nvSpPr>
        <p:spPr>
          <a:xfrm>
            <a:off x="1063256" y="318530"/>
            <a:ext cx="3813544" cy="894746"/>
          </a:xfrm>
        </p:spPr>
        <p:txBody>
          <a:bodyPr anchor="b"/>
          <a:lstStyle>
            <a:lvl1pPr>
              <a:defRPr sz="3200"/>
            </a:lvl1pPr>
          </a:lstStyle>
          <a:p>
            <a:r>
              <a:rPr lang="fr-FR" dirty="0"/>
              <a:t>Modifiez le style du titre</a:t>
            </a:r>
          </a:p>
        </p:txBody>
      </p:sp>
      <p:sp>
        <p:nvSpPr>
          <p:cNvPr id="3" name="Espace réservé du contenu 2">
            <a:extLst>
              <a:ext uri="{FF2B5EF4-FFF2-40B4-BE49-F238E27FC236}">
                <a16:creationId xmlns:a16="http://schemas.microsoft.com/office/drawing/2014/main" id="{DB73A85E-56A5-810A-57B3-33F3F9BD1B28}"/>
              </a:ext>
            </a:extLst>
          </p:cNvPr>
          <p:cNvSpPr>
            <a:spLocks noGrp="1"/>
          </p:cNvSpPr>
          <p:nvPr>
            <p:ph idx="1"/>
          </p:nvPr>
        </p:nvSpPr>
        <p:spPr>
          <a:xfrm>
            <a:off x="5156200" y="318530"/>
            <a:ext cx="6774497" cy="5837719"/>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texte 3">
            <a:extLst>
              <a:ext uri="{FF2B5EF4-FFF2-40B4-BE49-F238E27FC236}">
                <a16:creationId xmlns:a16="http://schemas.microsoft.com/office/drawing/2014/main" id="{54E768DC-E327-074B-E53B-A7602EB23BBD}"/>
              </a:ext>
            </a:extLst>
          </p:cNvPr>
          <p:cNvSpPr>
            <a:spLocks noGrp="1"/>
          </p:cNvSpPr>
          <p:nvPr>
            <p:ph type="body" sz="half" idx="2"/>
          </p:nvPr>
        </p:nvSpPr>
        <p:spPr>
          <a:xfrm>
            <a:off x="261302" y="1504555"/>
            <a:ext cx="4615498" cy="46516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5" name="Espace réservé de la date 4">
            <a:extLst>
              <a:ext uri="{FF2B5EF4-FFF2-40B4-BE49-F238E27FC236}">
                <a16:creationId xmlns:a16="http://schemas.microsoft.com/office/drawing/2014/main" id="{ABD2C517-4516-8DB0-89CA-BB978D351FBA}"/>
              </a:ext>
            </a:extLst>
          </p:cNvPr>
          <p:cNvSpPr>
            <a:spLocks noGrp="1"/>
          </p:cNvSpPr>
          <p:nvPr>
            <p:ph type="dt" sz="half" idx="10"/>
          </p:nvPr>
        </p:nvSpPr>
        <p:spPr/>
        <p:txBody>
          <a:bodyPr/>
          <a:lstStyle/>
          <a:p>
            <a:fld id="{6E2A3409-CF71-4D6F-8F18-DD3F156122B0}" type="datetime1">
              <a:rPr lang="fr-FR" smtClean="0"/>
              <a:t>09/01/2024</a:t>
            </a:fld>
            <a:endParaRPr lang="fr-FR"/>
          </a:p>
        </p:txBody>
      </p:sp>
      <p:sp>
        <p:nvSpPr>
          <p:cNvPr id="6" name="Espace réservé du pied de page 5">
            <a:extLst>
              <a:ext uri="{FF2B5EF4-FFF2-40B4-BE49-F238E27FC236}">
                <a16:creationId xmlns:a16="http://schemas.microsoft.com/office/drawing/2014/main" id="{5DB69917-F2F6-9E8D-D4B8-383D9F177D3A}"/>
              </a:ext>
            </a:extLst>
          </p:cNvPr>
          <p:cNvSpPr>
            <a:spLocks noGrp="1"/>
          </p:cNvSpPr>
          <p:nvPr>
            <p:ph type="ftr" sz="quarter" idx="11"/>
          </p:nvPr>
        </p:nvSpPr>
        <p:spPr/>
        <p:txBody>
          <a:bodyPr/>
          <a:lstStyle/>
          <a:p>
            <a:r>
              <a:rPr lang="fr-FR"/>
              <a:t>Pied de page (copyright, rappel du titre, etc.)</a:t>
            </a:r>
          </a:p>
        </p:txBody>
      </p:sp>
      <p:sp>
        <p:nvSpPr>
          <p:cNvPr id="7" name="Espace réservé du numéro de diapositive 6">
            <a:extLst>
              <a:ext uri="{FF2B5EF4-FFF2-40B4-BE49-F238E27FC236}">
                <a16:creationId xmlns:a16="http://schemas.microsoft.com/office/drawing/2014/main" id="{A4BA92F1-B53C-53E3-9C19-07D462D5886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9" name="Connecteur droit 8">
            <a:extLst>
              <a:ext uri="{FF2B5EF4-FFF2-40B4-BE49-F238E27FC236}">
                <a16:creationId xmlns:a16="http://schemas.microsoft.com/office/drawing/2014/main" id="{44C3890C-4016-D57A-E91D-A40889B3108C}"/>
              </a:ext>
            </a:extLst>
          </p:cNvPr>
          <p:cNvCxnSpPr>
            <a:cxnSpLocks/>
          </p:cNvCxnSpPr>
          <p:nvPr userDrawn="1"/>
        </p:nvCxnSpPr>
        <p:spPr>
          <a:xfrm>
            <a:off x="261302" y="1358915"/>
            <a:ext cx="4615498" cy="0"/>
          </a:xfrm>
          <a:prstGeom prst="line">
            <a:avLst/>
          </a:prstGeom>
          <a:ln w="57150">
            <a:solidFill>
              <a:srgbClr val="7999CB"/>
            </a:solidFill>
          </a:ln>
        </p:spPr>
        <p:style>
          <a:lnRef idx="1">
            <a:schemeClr val="accent5"/>
          </a:lnRef>
          <a:fillRef idx="0">
            <a:schemeClr val="accent5"/>
          </a:fillRef>
          <a:effectRef idx="0">
            <a:schemeClr val="accent5"/>
          </a:effectRef>
          <a:fontRef idx="minor">
            <a:schemeClr val="tx1"/>
          </a:fontRef>
        </p:style>
      </p:cxnSp>
      <p:pic>
        <p:nvPicPr>
          <p:cNvPr id="10" name="Image 9">
            <a:extLst>
              <a:ext uri="{FF2B5EF4-FFF2-40B4-BE49-F238E27FC236}">
                <a16:creationId xmlns:a16="http://schemas.microsoft.com/office/drawing/2014/main" id="{B182F153-1F79-6F83-8B65-50FFDE9971D8}"/>
              </a:ext>
            </a:extLst>
          </p:cNvPr>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565793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reds">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sp>
        <p:nvSpPr>
          <p:cNvPr id="16" name="Espace réservé du texte 15">
            <a:extLst>
              <a:ext uri="{FF2B5EF4-FFF2-40B4-BE49-F238E27FC236}">
                <a16:creationId xmlns:a16="http://schemas.microsoft.com/office/drawing/2014/main" id="{5883AF4A-A2CD-5300-5637-5820E009799E}"/>
              </a:ext>
            </a:extLst>
          </p:cNvPr>
          <p:cNvSpPr>
            <a:spLocks noGrp="1"/>
          </p:cNvSpPr>
          <p:nvPr>
            <p:ph type="body" sz="quarter" idx="15"/>
          </p:nvPr>
        </p:nvSpPr>
        <p:spPr>
          <a:xfrm>
            <a:off x="788988" y="1731963"/>
            <a:ext cx="6335712" cy="958850"/>
          </a:xfrm>
        </p:spPr>
        <p:txBody>
          <a:bodyPr>
            <a:noAutofit/>
          </a:bodyPr>
          <a:lstStyle>
            <a:lvl1pPr>
              <a:spcBef>
                <a:spcPts val="200"/>
              </a:spcBef>
              <a:defRPr sz="1200"/>
            </a:lvl1pPr>
            <a:lvl2pPr>
              <a:spcBef>
                <a:spcPts val="200"/>
              </a:spcBef>
              <a:defRPr sz="1100"/>
            </a:lvl2pPr>
            <a:lvl3pPr>
              <a:spcBef>
                <a:spcPts val="200"/>
              </a:spcBef>
              <a:defRPr sz="1050"/>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19" name="Espace réservé du texte 15">
            <a:extLst>
              <a:ext uri="{FF2B5EF4-FFF2-40B4-BE49-F238E27FC236}">
                <a16:creationId xmlns:a16="http://schemas.microsoft.com/office/drawing/2014/main" id="{8942EFBE-030A-8170-EE92-4D5972201CCC}"/>
              </a:ext>
            </a:extLst>
          </p:cNvPr>
          <p:cNvSpPr>
            <a:spLocks noGrp="1"/>
          </p:cNvSpPr>
          <p:nvPr>
            <p:ph type="body" sz="quarter" idx="17"/>
          </p:nvPr>
        </p:nvSpPr>
        <p:spPr>
          <a:xfrm>
            <a:off x="788988" y="3194129"/>
            <a:ext cx="6335712" cy="1560975"/>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2" name="Espace réservé du texte 15">
            <a:extLst>
              <a:ext uri="{FF2B5EF4-FFF2-40B4-BE49-F238E27FC236}">
                <a16:creationId xmlns:a16="http://schemas.microsoft.com/office/drawing/2014/main" id="{AE27D1C1-4A94-0140-CFA0-FD3D54967015}"/>
              </a:ext>
            </a:extLst>
          </p:cNvPr>
          <p:cNvSpPr>
            <a:spLocks noGrp="1"/>
          </p:cNvSpPr>
          <p:nvPr>
            <p:ph type="body" sz="quarter" idx="19"/>
          </p:nvPr>
        </p:nvSpPr>
        <p:spPr>
          <a:xfrm>
            <a:off x="788988" y="5230712"/>
            <a:ext cx="6335712" cy="951808"/>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cxnSp>
        <p:nvCxnSpPr>
          <p:cNvPr id="23" name="Connecteur droit 22">
            <a:extLst>
              <a:ext uri="{FF2B5EF4-FFF2-40B4-BE49-F238E27FC236}">
                <a16:creationId xmlns:a16="http://schemas.microsoft.com/office/drawing/2014/main" id="{DE07A1DE-390A-6465-CE4B-0384E332917F}"/>
              </a:ext>
            </a:extLst>
          </p:cNvPr>
          <p:cNvCxnSpPr>
            <a:cxnSpLocks/>
          </p:cNvCxnSpPr>
          <p:nvPr userDrawn="1"/>
        </p:nvCxnSpPr>
        <p:spPr>
          <a:xfrm>
            <a:off x="788988" y="1376020"/>
            <a:ext cx="0" cy="685695"/>
          </a:xfrm>
          <a:prstGeom prst="line">
            <a:avLst/>
          </a:prstGeom>
          <a:ln w="57150">
            <a:solidFill>
              <a:srgbClr val="7999CB"/>
            </a:solidFill>
          </a:ln>
        </p:spPr>
        <p:style>
          <a:lnRef idx="1">
            <a:schemeClr val="accent5"/>
          </a:lnRef>
          <a:fillRef idx="0">
            <a:schemeClr val="accent5"/>
          </a:fillRef>
          <a:effectRef idx="0">
            <a:schemeClr val="accent5"/>
          </a:effectRef>
          <a:fontRef idx="minor">
            <a:schemeClr val="tx1"/>
          </a:fontRef>
        </p:style>
      </p:cxnSp>
      <p:cxnSp>
        <p:nvCxnSpPr>
          <p:cNvPr id="27" name="Connecteur droit 26">
            <a:extLst>
              <a:ext uri="{FF2B5EF4-FFF2-40B4-BE49-F238E27FC236}">
                <a16:creationId xmlns:a16="http://schemas.microsoft.com/office/drawing/2014/main" id="{7DDF9651-1EA0-A2EE-98E7-66492F211CF2}"/>
              </a:ext>
            </a:extLst>
          </p:cNvPr>
          <p:cNvCxnSpPr>
            <a:cxnSpLocks/>
          </p:cNvCxnSpPr>
          <p:nvPr userDrawn="1"/>
        </p:nvCxnSpPr>
        <p:spPr>
          <a:xfrm>
            <a:off x="788988" y="2839177"/>
            <a:ext cx="0" cy="685695"/>
          </a:xfrm>
          <a:prstGeom prst="line">
            <a:avLst/>
          </a:prstGeom>
          <a:ln w="57150">
            <a:solidFill>
              <a:srgbClr val="7999CB"/>
            </a:solidFill>
          </a:ln>
        </p:spPr>
        <p:style>
          <a:lnRef idx="1">
            <a:schemeClr val="accent5"/>
          </a:lnRef>
          <a:fillRef idx="0">
            <a:schemeClr val="accent5"/>
          </a:fillRef>
          <a:effectRef idx="0">
            <a:schemeClr val="accent5"/>
          </a:effectRef>
          <a:fontRef idx="minor">
            <a:schemeClr val="tx1"/>
          </a:fontRef>
        </p:style>
      </p:cxnSp>
      <p:cxnSp>
        <p:nvCxnSpPr>
          <p:cNvPr id="28" name="Connecteur droit 27">
            <a:extLst>
              <a:ext uri="{FF2B5EF4-FFF2-40B4-BE49-F238E27FC236}">
                <a16:creationId xmlns:a16="http://schemas.microsoft.com/office/drawing/2014/main" id="{10B39CE6-F414-E073-5F3D-3547B874F7A2}"/>
              </a:ext>
            </a:extLst>
          </p:cNvPr>
          <p:cNvCxnSpPr>
            <a:cxnSpLocks/>
          </p:cNvCxnSpPr>
          <p:nvPr userDrawn="1"/>
        </p:nvCxnSpPr>
        <p:spPr>
          <a:xfrm>
            <a:off x="788988" y="4887863"/>
            <a:ext cx="0" cy="685695"/>
          </a:xfrm>
          <a:prstGeom prst="line">
            <a:avLst/>
          </a:prstGeom>
          <a:ln w="57150">
            <a:solidFill>
              <a:srgbClr val="7999CB"/>
            </a:solidFill>
          </a:ln>
        </p:spPr>
        <p:style>
          <a:lnRef idx="1">
            <a:schemeClr val="accent5"/>
          </a:lnRef>
          <a:fillRef idx="0">
            <a:schemeClr val="accent5"/>
          </a:fillRef>
          <a:effectRef idx="0">
            <a:schemeClr val="accent5"/>
          </a:effectRef>
          <a:fontRef idx="minor">
            <a:schemeClr val="tx1"/>
          </a:fontRef>
        </p:style>
      </p:cxnSp>
      <p:sp>
        <p:nvSpPr>
          <p:cNvPr id="29" name="Rectangle : coins arrondis 28">
            <a:extLst>
              <a:ext uri="{FF2B5EF4-FFF2-40B4-BE49-F238E27FC236}">
                <a16:creationId xmlns:a16="http://schemas.microsoft.com/office/drawing/2014/main" id="{18937BF8-4DBE-22F9-D5DC-109E07B389F9}"/>
              </a:ext>
            </a:extLst>
          </p:cNvPr>
          <p:cNvSpPr/>
          <p:nvPr userDrawn="1"/>
        </p:nvSpPr>
        <p:spPr>
          <a:xfrm>
            <a:off x="7418716" y="1376020"/>
            <a:ext cx="4511981" cy="4806500"/>
          </a:xfrm>
          <a:prstGeom prst="roundRect">
            <a:avLst>
              <a:gd name="adj" fmla="val 2710"/>
            </a:avLst>
          </a:prstGeom>
          <a:solidFill>
            <a:schemeClr val="accent2">
              <a:lumMod val="20000"/>
              <a:lumOff val="80000"/>
            </a:schemeClr>
          </a:solidFill>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0A8EC9D0-0131-3370-3C73-009005F2C11B}"/>
              </a:ext>
            </a:extLst>
          </p:cNvPr>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
        <p:nvSpPr>
          <p:cNvPr id="2" name="Shape 2550">
            <a:extLst>
              <a:ext uri="{FF2B5EF4-FFF2-40B4-BE49-F238E27FC236}">
                <a16:creationId xmlns:a16="http://schemas.microsoft.com/office/drawing/2014/main" id="{03A25A71-158D-FD92-80B0-11CD012B46A4}"/>
              </a:ext>
            </a:extLst>
          </p:cNvPr>
          <p:cNvSpPr/>
          <p:nvPr userDrawn="1"/>
        </p:nvSpPr>
        <p:spPr>
          <a:xfrm>
            <a:off x="301297" y="1382572"/>
            <a:ext cx="312533" cy="349391"/>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rgbClr val="7999CB"/>
          </a:solidFill>
          <a:ln w="12700">
            <a:solidFill>
              <a:srgbClr val="7999CB"/>
            </a:solidFill>
            <a:miter lim="400000"/>
          </a:ln>
        </p:spPr>
        <p:txBody>
          <a:bodyPr lIns="14284" tIns="14284" rIns="14284" bIns="14284" anchor="ctr"/>
          <a:lstStyle/>
          <a:p>
            <a:pPr defTabSz="171399" eaLnBrk="1" hangingPunct="1">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solidFill>
                <a:srgbClr val="FFFFFF"/>
              </a:solidFill>
              <a:effectLst>
                <a:outerShdw blurRad="38100" dist="12700" dir="5400000" rotWithShape="0">
                  <a:srgbClr val="000000">
                    <a:alpha val="50000"/>
                  </a:srgbClr>
                </a:outerShdw>
              </a:effectLst>
              <a:latin typeface="Gill Sans"/>
              <a:ea typeface="Calibri" charset="0"/>
              <a:cs typeface="Calibri" charset="0"/>
              <a:sym typeface="Gill Sans"/>
            </a:endParaRPr>
          </a:p>
        </p:txBody>
      </p:sp>
      <p:sp>
        <p:nvSpPr>
          <p:cNvPr id="7" name="Freeform 97">
            <a:extLst>
              <a:ext uri="{FF2B5EF4-FFF2-40B4-BE49-F238E27FC236}">
                <a16:creationId xmlns:a16="http://schemas.microsoft.com/office/drawing/2014/main" id="{CAEDC4A4-0CBE-9E45-E540-35A7C8BEB194}"/>
              </a:ext>
            </a:extLst>
          </p:cNvPr>
          <p:cNvSpPr>
            <a:spLocks noChangeArrowheads="1"/>
          </p:cNvSpPr>
          <p:nvPr userDrawn="1"/>
        </p:nvSpPr>
        <p:spPr bwMode="auto">
          <a:xfrm>
            <a:off x="289382" y="2839177"/>
            <a:ext cx="312533" cy="341999"/>
          </a:xfrm>
          <a:custGeom>
            <a:avLst/>
            <a:gdLst>
              <a:gd name="T0" fmla="*/ 383 w 472"/>
              <a:gd name="T1" fmla="*/ 309 h 501"/>
              <a:gd name="T2" fmla="*/ 383 w 472"/>
              <a:gd name="T3" fmla="*/ 309 h 501"/>
              <a:gd name="T4" fmla="*/ 295 w 472"/>
              <a:gd name="T5" fmla="*/ 353 h 501"/>
              <a:gd name="T6" fmla="*/ 192 w 472"/>
              <a:gd name="T7" fmla="*/ 294 h 501"/>
              <a:gd name="T8" fmla="*/ 206 w 472"/>
              <a:gd name="T9" fmla="*/ 250 h 501"/>
              <a:gd name="T10" fmla="*/ 192 w 472"/>
              <a:gd name="T11" fmla="*/ 221 h 501"/>
              <a:gd name="T12" fmla="*/ 310 w 472"/>
              <a:gd name="T13" fmla="*/ 162 h 501"/>
              <a:gd name="T14" fmla="*/ 383 w 472"/>
              <a:gd name="T15" fmla="*/ 191 h 501"/>
              <a:gd name="T16" fmla="*/ 471 w 472"/>
              <a:gd name="T17" fmla="*/ 88 h 501"/>
              <a:gd name="T18" fmla="*/ 383 w 472"/>
              <a:gd name="T19" fmla="*/ 0 h 501"/>
              <a:gd name="T20" fmla="*/ 280 w 472"/>
              <a:gd name="T21" fmla="*/ 88 h 501"/>
              <a:gd name="T22" fmla="*/ 280 w 472"/>
              <a:gd name="T23" fmla="*/ 117 h 501"/>
              <a:gd name="T24" fmla="*/ 177 w 472"/>
              <a:gd name="T25" fmla="*/ 176 h 501"/>
              <a:gd name="T26" fmla="*/ 103 w 472"/>
              <a:gd name="T27" fmla="*/ 147 h 501"/>
              <a:gd name="T28" fmla="*/ 0 w 472"/>
              <a:gd name="T29" fmla="*/ 250 h 501"/>
              <a:gd name="T30" fmla="*/ 103 w 472"/>
              <a:gd name="T31" fmla="*/ 353 h 501"/>
              <a:gd name="T32" fmla="*/ 162 w 472"/>
              <a:gd name="T33" fmla="*/ 323 h 501"/>
              <a:gd name="T34" fmla="*/ 162 w 472"/>
              <a:gd name="T35" fmla="*/ 323 h 501"/>
              <a:gd name="T36" fmla="*/ 280 w 472"/>
              <a:gd name="T37" fmla="*/ 397 h 501"/>
              <a:gd name="T38" fmla="*/ 280 w 472"/>
              <a:gd name="T39" fmla="*/ 412 h 501"/>
              <a:gd name="T40" fmla="*/ 383 w 472"/>
              <a:gd name="T41" fmla="*/ 500 h 501"/>
              <a:gd name="T42" fmla="*/ 471 w 472"/>
              <a:gd name="T43" fmla="*/ 412 h 501"/>
              <a:gd name="T44" fmla="*/ 383 w 472"/>
              <a:gd name="T45" fmla="*/ 309 h 501"/>
              <a:gd name="T46" fmla="*/ 383 w 472"/>
              <a:gd name="T47" fmla="*/ 29 h 501"/>
              <a:gd name="T48" fmla="*/ 383 w 472"/>
              <a:gd name="T49" fmla="*/ 29 h 501"/>
              <a:gd name="T50" fmla="*/ 442 w 472"/>
              <a:gd name="T51" fmla="*/ 88 h 501"/>
              <a:gd name="T52" fmla="*/ 383 w 472"/>
              <a:gd name="T53" fmla="*/ 147 h 501"/>
              <a:gd name="T54" fmla="*/ 324 w 472"/>
              <a:gd name="T55" fmla="*/ 88 h 501"/>
              <a:gd name="T56" fmla="*/ 383 w 472"/>
              <a:gd name="T57" fmla="*/ 29 h 501"/>
              <a:gd name="T58" fmla="*/ 103 w 472"/>
              <a:gd name="T59" fmla="*/ 309 h 501"/>
              <a:gd name="T60" fmla="*/ 103 w 472"/>
              <a:gd name="T61" fmla="*/ 309 h 501"/>
              <a:gd name="T62" fmla="*/ 44 w 472"/>
              <a:gd name="T63" fmla="*/ 250 h 501"/>
              <a:gd name="T64" fmla="*/ 103 w 472"/>
              <a:gd name="T65" fmla="*/ 191 h 501"/>
              <a:gd name="T66" fmla="*/ 162 w 472"/>
              <a:gd name="T67" fmla="*/ 250 h 501"/>
              <a:gd name="T68" fmla="*/ 103 w 472"/>
              <a:gd name="T69" fmla="*/ 309 h 501"/>
              <a:gd name="T70" fmla="*/ 383 w 472"/>
              <a:gd name="T71" fmla="*/ 471 h 501"/>
              <a:gd name="T72" fmla="*/ 383 w 472"/>
              <a:gd name="T73" fmla="*/ 471 h 501"/>
              <a:gd name="T74" fmla="*/ 324 w 472"/>
              <a:gd name="T75" fmla="*/ 412 h 501"/>
              <a:gd name="T76" fmla="*/ 383 w 472"/>
              <a:gd name="T77" fmla="*/ 353 h 501"/>
              <a:gd name="T78" fmla="*/ 442 w 472"/>
              <a:gd name="T79" fmla="*/ 412 h 501"/>
              <a:gd name="T80" fmla="*/ 383 w 472"/>
              <a:gd name="T81" fmla="*/ 47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72" h="501">
                <a:moveTo>
                  <a:pt x="383" y="309"/>
                </a:moveTo>
                <a:lnTo>
                  <a:pt x="383" y="309"/>
                </a:lnTo>
                <a:cubicBezTo>
                  <a:pt x="339" y="309"/>
                  <a:pt x="310" y="323"/>
                  <a:pt x="295" y="353"/>
                </a:cubicBezTo>
                <a:cubicBezTo>
                  <a:pt x="192" y="294"/>
                  <a:pt x="192" y="294"/>
                  <a:pt x="192" y="294"/>
                </a:cubicBezTo>
                <a:cubicBezTo>
                  <a:pt x="192" y="280"/>
                  <a:pt x="206" y="264"/>
                  <a:pt x="206" y="250"/>
                </a:cubicBezTo>
                <a:cubicBezTo>
                  <a:pt x="206" y="235"/>
                  <a:pt x="206" y="235"/>
                  <a:pt x="192" y="221"/>
                </a:cubicBezTo>
                <a:cubicBezTo>
                  <a:pt x="310" y="162"/>
                  <a:pt x="310" y="162"/>
                  <a:pt x="310" y="162"/>
                </a:cubicBezTo>
                <a:cubicBezTo>
                  <a:pt x="324" y="176"/>
                  <a:pt x="353" y="191"/>
                  <a:pt x="383" y="191"/>
                </a:cubicBezTo>
                <a:cubicBezTo>
                  <a:pt x="427" y="191"/>
                  <a:pt x="471" y="147"/>
                  <a:pt x="471" y="88"/>
                </a:cubicBezTo>
                <a:cubicBezTo>
                  <a:pt x="471" y="44"/>
                  <a:pt x="427" y="0"/>
                  <a:pt x="383" y="0"/>
                </a:cubicBezTo>
                <a:cubicBezTo>
                  <a:pt x="324" y="0"/>
                  <a:pt x="280" y="44"/>
                  <a:pt x="280" y="88"/>
                </a:cubicBezTo>
                <a:cubicBezTo>
                  <a:pt x="280" y="103"/>
                  <a:pt x="280" y="117"/>
                  <a:pt x="280" y="117"/>
                </a:cubicBezTo>
                <a:cubicBezTo>
                  <a:pt x="177" y="176"/>
                  <a:pt x="177" y="176"/>
                  <a:pt x="177" y="176"/>
                </a:cubicBezTo>
                <a:cubicBezTo>
                  <a:pt x="162" y="162"/>
                  <a:pt x="133" y="147"/>
                  <a:pt x="103" y="147"/>
                </a:cubicBezTo>
                <a:cubicBezTo>
                  <a:pt x="44" y="147"/>
                  <a:pt x="0" y="191"/>
                  <a:pt x="0" y="250"/>
                </a:cubicBezTo>
                <a:cubicBezTo>
                  <a:pt x="0" y="309"/>
                  <a:pt x="44" y="353"/>
                  <a:pt x="103" y="353"/>
                </a:cubicBezTo>
                <a:cubicBezTo>
                  <a:pt x="133" y="353"/>
                  <a:pt x="148" y="338"/>
                  <a:pt x="162" y="323"/>
                </a:cubicBezTo>
                <a:lnTo>
                  <a:pt x="162" y="323"/>
                </a:lnTo>
                <a:cubicBezTo>
                  <a:pt x="280" y="397"/>
                  <a:pt x="280" y="397"/>
                  <a:pt x="280" y="397"/>
                </a:cubicBezTo>
                <a:cubicBezTo>
                  <a:pt x="280" y="397"/>
                  <a:pt x="280" y="397"/>
                  <a:pt x="280" y="412"/>
                </a:cubicBezTo>
                <a:cubicBezTo>
                  <a:pt x="280" y="456"/>
                  <a:pt x="324" y="500"/>
                  <a:pt x="383" y="500"/>
                </a:cubicBezTo>
                <a:cubicBezTo>
                  <a:pt x="427" y="500"/>
                  <a:pt x="471" y="456"/>
                  <a:pt x="471" y="412"/>
                </a:cubicBezTo>
                <a:cubicBezTo>
                  <a:pt x="471" y="353"/>
                  <a:pt x="427" y="309"/>
                  <a:pt x="383" y="309"/>
                </a:cubicBezTo>
                <a:close/>
                <a:moveTo>
                  <a:pt x="383" y="29"/>
                </a:moveTo>
                <a:lnTo>
                  <a:pt x="383" y="29"/>
                </a:lnTo>
                <a:cubicBezTo>
                  <a:pt x="412" y="29"/>
                  <a:pt x="442" y="59"/>
                  <a:pt x="442" y="88"/>
                </a:cubicBezTo>
                <a:cubicBezTo>
                  <a:pt x="442" y="132"/>
                  <a:pt x="412" y="147"/>
                  <a:pt x="383" y="147"/>
                </a:cubicBezTo>
                <a:cubicBezTo>
                  <a:pt x="339" y="147"/>
                  <a:pt x="324" y="132"/>
                  <a:pt x="324" y="88"/>
                </a:cubicBezTo>
                <a:cubicBezTo>
                  <a:pt x="324" y="59"/>
                  <a:pt x="339" y="29"/>
                  <a:pt x="383" y="29"/>
                </a:cubicBezTo>
                <a:close/>
                <a:moveTo>
                  <a:pt x="103" y="309"/>
                </a:moveTo>
                <a:lnTo>
                  <a:pt x="103" y="309"/>
                </a:lnTo>
                <a:cubicBezTo>
                  <a:pt x="74" y="309"/>
                  <a:pt x="44" y="280"/>
                  <a:pt x="44" y="250"/>
                </a:cubicBezTo>
                <a:cubicBezTo>
                  <a:pt x="44" y="221"/>
                  <a:pt x="74" y="191"/>
                  <a:pt x="103" y="191"/>
                </a:cubicBezTo>
                <a:cubicBezTo>
                  <a:pt x="133" y="191"/>
                  <a:pt x="162" y="221"/>
                  <a:pt x="162" y="250"/>
                </a:cubicBezTo>
                <a:cubicBezTo>
                  <a:pt x="162" y="280"/>
                  <a:pt x="133" y="309"/>
                  <a:pt x="103" y="309"/>
                </a:cubicBezTo>
                <a:close/>
                <a:moveTo>
                  <a:pt x="383" y="471"/>
                </a:moveTo>
                <a:lnTo>
                  <a:pt x="383" y="471"/>
                </a:lnTo>
                <a:cubicBezTo>
                  <a:pt x="339" y="471"/>
                  <a:pt x="324" y="441"/>
                  <a:pt x="324" y="412"/>
                </a:cubicBezTo>
                <a:cubicBezTo>
                  <a:pt x="324" y="368"/>
                  <a:pt x="339" y="353"/>
                  <a:pt x="383" y="353"/>
                </a:cubicBezTo>
                <a:cubicBezTo>
                  <a:pt x="412" y="353"/>
                  <a:pt x="442" y="368"/>
                  <a:pt x="442" y="412"/>
                </a:cubicBezTo>
                <a:cubicBezTo>
                  <a:pt x="442" y="441"/>
                  <a:pt x="412" y="471"/>
                  <a:pt x="383" y="471"/>
                </a:cubicBezTo>
                <a:close/>
              </a:path>
            </a:pathLst>
          </a:custGeom>
          <a:solidFill>
            <a:srgbClr val="7999CB"/>
          </a:solidFill>
          <a:ln>
            <a:solidFill>
              <a:srgbClr val="7999CB"/>
            </a:solidFill>
          </a:ln>
          <a:effectLst/>
          <a:extLst>
            <a:ext uri="{91240B29-F687-4f45-9708-019B960494DF}"/>
            <a:ext uri="{AF507438-7753-43e0-B8FC-AC1667EBCBE1}"/>
          </a:extLst>
        </p:spPr>
        <p:txBody>
          <a:bodyPr wrap="none" anchor="ctr"/>
          <a:lstStyle/>
          <a:p>
            <a:pPr eaLnBrk="1" fontAlgn="auto" hangingPunct="1">
              <a:spcBef>
                <a:spcPts val="0"/>
              </a:spcBef>
              <a:spcAft>
                <a:spcPts val="0"/>
              </a:spcAft>
              <a:defRPr/>
            </a:pPr>
            <a:endParaRPr lang="en-US">
              <a:latin typeface="+mn-lt"/>
              <a:ea typeface="+mn-ea"/>
            </a:endParaRPr>
          </a:p>
        </p:txBody>
      </p:sp>
      <p:sp>
        <p:nvSpPr>
          <p:cNvPr id="9" name="Freeform 166">
            <a:extLst>
              <a:ext uri="{FF2B5EF4-FFF2-40B4-BE49-F238E27FC236}">
                <a16:creationId xmlns:a16="http://schemas.microsoft.com/office/drawing/2014/main" id="{F2049144-405F-972C-233A-446F6DA656DA}"/>
              </a:ext>
            </a:extLst>
          </p:cNvPr>
          <p:cNvSpPr>
            <a:spLocks noChangeArrowheads="1"/>
          </p:cNvSpPr>
          <p:nvPr userDrawn="1"/>
        </p:nvSpPr>
        <p:spPr bwMode="auto">
          <a:xfrm>
            <a:off x="301297" y="4894430"/>
            <a:ext cx="312533" cy="340544"/>
          </a:xfrm>
          <a:custGeom>
            <a:avLst/>
            <a:gdLst>
              <a:gd name="T0" fmla="*/ 371 w 390"/>
              <a:gd name="T1" fmla="*/ 0 h 445"/>
              <a:gd name="T2" fmla="*/ 371 w 390"/>
              <a:gd name="T3" fmla="*/ 0 h 445"/>
              <a:gd name="T4" fmla="*/ 310 w 390"/>
              <a:gd name="T5" fmla="*/ 0 h 445"/>
              <a:gd name="T6" fmla="*/ 292 w 390"/>
              <a:gd name="T7" fmla="*/ 28 h 445"/>
              <a:gd name="T8" fmla="*/ 292 w 390"/>
              <a:gd name="T9" fmla="*/ 444 h 445"/>
              <a:gd name="T10" fmla="*/ 389 w 390"/>
              <a:gd name="T11" fmla="*/ 444 h 445"/>
              <a:gd name="T12" fmla="*/ 389 w 390"/>
              <a:gd name="T13" fmla="*/ 28 h 445"/>
              <a:gd name="T14" fmla="*/ 371 w 390"/>
              <a:gd name="T15" fmla="*/ 0 h 445"/>
              <a:gd name="T16" fmla="*/ 221 w 390"/>
              <a:gd name="T17" fmla="*/ 151 h 445"/>
              <a:gd name="T18" fmla="*/ 221 w 390"/>
              <a:gd name="T19" fmla="*/ 151 h 445"/>
              <a:gd name="T20" fmla="*/ 168 w 390"/>
              <a:gd name="T21" fmla="*/ 151 h 445"/>
              <a:gd name="T22" fmla="*/ 141 w 390"/>
              <a:gd name="T23" fmla="*/ 178 h 445"/>
              <a:gd name="T24" fmla="*/ 141 w 390"/>
              <a:gd name="T25" fmla="*/ 444 h 445"/>
              <a:gd name="T26" fmla="*/ 248 w 390"/>
              <a:gd name="T27" fmla="*/ 444 h 445"/>
              <a:gd name="T28" fmla="*/ 248 w 390"/>
              <a:gd name="T29" fmla="*/ 178 h 445"/>
              <a:gd name="T30" fmla="*/ 221 w 390"/>
              <a:gd name="T31" fmla="*/ 151 h 445"/>
              <a:gd name="T32" fmla="*/ 70 w 390"/>
              <a:gd name="T33" fmla="*/ 302 h 445"/>
              <a:gd name="T34" fmla="*/ 70 w 390"/>
              <a:gd name="T35" fmla="*/ 302 h 445"/>
              <a:gd name="T36" fmla="*/ 17 w 390"/>
              <a:gd name="T37" fmla="*/ 302 h 445"/>
              <a:gd name="T38" fmla="*/ 0 w 390"/>
              <a:gd name="T39" fmla="*/ 319 h 445"/>
              <a:gd name="T40" fmla="*/ 0 w 390"/>
              <a:gd name="T41" fmla="*/ 444 h 445"/>
              <a:gd name="T42" fmla="*/ 97 w 390"/>
              <a:gd name="T43" fmla="*/ 444 h 445"/>
              <a:gd name="T44" fmla="*/ 97 w 390"/>
              <a:gd name="T45" fmla="*/ 319 h 445"/>
              <a:gd name="T46" fmla="*/ 70 w 390"/>
              <a:gd name="T47" fmla="*/ 302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0" h="445">
                <a:moveTo>
                  <a:pt x="371" y="0"/>
                </a:moveTo>
                <a:lnTo>
                  <a:pt x="371" y="0"/>
                </a:lnTo>
                <a:cubicBezTo>
                  <a:pt x="310" y="0"/>
                  <a:pt x="310" y="0"/>
                  <a:pt x="310" y="0"/>
                </a:cubicBezTo>
                <a:cubicBezTo>
                  <a:pt x="301" y="0"/>
                  <a:pt x="292" y="10"/>
                  <a:pt x="292" y="28"/>
                </a:cubicBezTo>
                <a:cubicBezTo>
                  <a:pt x="292" y="444"/>
                  <a:pt x="292" y="444"/>
                  <a:pt x="292" y="444"/>
                </a:cubicBezTo>
                <a:cubicBezTo>
                  <a:pt x="389" y="444"/>
                  <a:pt x="389" y="444"/>
                  <a:pt x="389" y="444"/>
                </a:cubicBezTo>
                <a:cubicBezTo>
                  <a:pt x="389" y="28"/>
                  <a:pt x="389" y="28"/>
                  <a:pt x="389" y="28"/>
                </a:cubicBezTo>
                <a:cubicBezTo>
                  <a:pt x="389" y="10"/>
                  <a:pt x="380" y="0"/>
                  <a:pt x="371" y="0"/>
                </a:cubicBezTo>
                <a:close/>
                <a:moveTo>
                  <a:pt x="221" y="151"/>
                </a:moveTo>
                <a:lnTo>
                  <a:pt x="221" y="151"/>
                </a:lnTo>
                <a:cubicBezTo>
                  <a:pt x="168" y="151"/>
                  <a:pt x="168" y="151"/>
                  <a:pt x="168" y="151"/>
                </a:cubicBezTo>
                <a:cubicBezTo>
                  <a:pt x="150" y="151"/>
                  <a:pt x="141" y="160"/>
                  <a:pt x="141" y="178"/>
                </a:cubicBezTo>
                <a:cubicBezTo>
                  <a:pt x="141" y="444"/>
                  <a:pt x="141" y="444"/>
                  <a:pt x="141" y="444"/>
                </a:cubicBezTo>
                <a:cubicBezTo>
                  <a:pt x="248" y="444"/>
                  <a:pt x="248" y="444"/>
                  <a:pt x="248" y="444"/>
                </a:cubicBezTo>
                <a:cubicBezTo>
                  <a:pt x="248" y="178"/>
                  <a:pt x="248" y="178"/>
                  <a:pt x="248" y="178"/>
                </a:cubicBezTo>
                <a:cubicBezTo>
                  <a:pt x="248" y="160"/>
                  <a:pt x="230" y="151"/>
                  <a:pt x="221" y="151"/>
                </a:cubicBezTo>
                <a:close/>
                <a:moveTo>
                  <a:pt x="70" y="302"/>
                </a:moveTo>
                <a:lnTo>
                  <a:pt x="70" y="302"/>
                </a:lnTo>
                <a:cubicBezTo>
                  <a:pt x="17" y="302"/>
                  <a:pt x="17" y="302"/>
                  <a:pt x="17" y="302"/>
                </a:cubicBezTo>
                <a:cubicBezTo>
                  <a:pt x="0" y="302"/>
                  <a:pt x="0" y="310"/>
                  <a:pt x="0" y="319"/>
                </a:cubicBezTo>
                <a:cubicBezTo>
                  <a:pt x="0" y="444"/>
                  <a:pt x="0" y="444"/>
                  <a:pt x="0" y="444"/>
                </a:cubicBezTo>
                <a:cubicBezTo>
                  <a:pt x="97" y="444"/>
                  <a:pt x="97" y="444"/>
                  <a:pt x="97" y="444"/>
                </a:cubicBezTo>
                <a:cubicBezTo>
                  <a:pt x="97" y="319"/>
                  <a:pt x="97" y="319"/>
                  <a:pt x="97" y="319"/>
                </a:cubicBezTo>
                <a:cubicBezTo>
                  <a:pt x="97" y="310"/>
                  <a:pt x="88" y="302"/>
                  <a:pt x="70" y="302"/>
                </a:cubicBezTo>
                <a:close/>
              </a:path>
            </a:pathLst>
          </a:custGeom>
          <a:solidFill>
            <a:srgbClr val="7999CB"/>
          </a:solidFill>
          <a:ln>
            <a:solidFill>
              <a:srgbClr val="7999CB"/>
            </a:solidFill>
          </a:ln>
          <a:effectLst/>
          <a:extLst>
            <a:ext uri="{91240B29-F687-4f45-9708-019B960494DF}"/>
            <a:ext uri="{AF507438-7753-43e0-B8FC-AC1667EBCBE1}"/>
          </a:ex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 name="ZoneTexte 9">
            <a:extLst>
              <a:ext uri="{FF2B5EF4-FFF2-40B4-BE49-F238E27FC236}">
                <a16:creationId xmlns:a16="http://schemas.microsoft.com/office/drawing/2014/main" id="{331BB8FA-90F2-892E-03A3-7FE463E9F69D}"/>
              </a:ext>
            </a:extLst>
          </p:cNvPr>
          <p:cNvSpPr txBox="1"/>
          <p:nvPr userDrawn="1"/>
        </p:nvSpPr>
        <p:spPr>
          <a:xfrm>
            <a:off x="788988" y="1373264"/>
            <a:ext cx="1075936"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rgbClr val="7999CB"/>
                </a:solidFill>
              </a:rPr>
              <a:t>Le besoin</a:t>
            </a:r>
          </a:p>
        </p:txBody>
      </p:sp>
      <p:sp>
        <p:nvSpPr>
          <p:cNvPr id="11" name="ZoneTexte 10">
            <a:extLst>
              <a:ext uri="{FF2B5EF4-FFF2-40B4-BE49-F238E27FC236}">
                <a16:creationId xmlns:a16="http://schemas.microsoft.com/office/drawing/2014/main" id="{5BF15A46-EA45-B754-9BF2-8E21EAD99618}"/>
              </a:ext>
            </a:extLst>
          </p:cNvPr>
          <p:cNvSpPr txBox="1"/>
          <p:nvPr userDrawn="1"/>
        </p:nvSpPr>
        <p:spPr>
          <a:xfrm>
            <a:off x="788988" y="2858940"/>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rgbClr val="7999CB"/>
                </a:solidFill>
              </a:rPr>
              <a:t>Notre approche </a:t>
            </a:r>
          </a:p>
        </p:txBody>
      </p:sp>
      <p:sp>
        <p:nvSpPr>
          <p:cNvPr id="12" name="ZoneTexte 11">
            <a:extLst>
              <a:ext uri="{FF2B5EF4-FFF2-40B4-BE49-F238E27FC236}">
                <a16:creationId xmlns:a16="http://schemas.microsoft.com/office/drawing/2014/main" id="{23DE01E6-8978-4DC6-9800-CAA00FA46521}"/>
              </a:ext>
            </a:extLst>
          </p:cNvPr>
          <p:cNvSpPr txBox="1"/>
          <p:nvPr userDrawn="1"/>
        </p:nvSpPr>
        <p:spPr>
          <a:xfrm>
            <a:off x="788988" y="4892882"/>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rgbClr val="7999CB"/>
                </a:solidFill>
              </a:rPr>
              <a:t>Les résultats</a:t>
            </a:r>
          </a:p>
        </p:txBody>
      </p:sp>
    </p:spTree>
    <p:extLst>
      <p:ext uri="{BB962C8B-B14F-4D97-AF65-F5344CB8AC3E}">
        <p14:creationId xmlns:p14="http://schemas.microsoft.com/office/powerpoint/2010/main" val="14636982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age de fin">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D397D66B-9911-5E07-B7C0-4F5898FE5ABB}"/>
              </a:ext>
            </a:extLst>
          </p:cNvPr>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4792853" y="1620831"/>
            <a:ext cx="2606294" cy="3227324"/>
          </a:xfrm>
          <a:prstGeom prst="rect">
            <a:avLst/>
          </a:prstGeom>
        </p:spPr>
      </p:pic>
      <p:sp>
        <p:nvSpPr>
          <p:cNvPr id="12" name="ZoneTexte 11">
            <a:extLst>
              <a:ext uri="{FF2B5EF4-FFF2-40B4-BE49-F238E27FC236}">
                <a16:creationId xmlns:a16="http://schemas.microsoft.com/office/drawing/2014/main" id="{99FE2B1E-4523-DBB5-EE33-00AD5FF8460F}"/>
              </a:ext>
            </a:extLst>
          </p:cNvPr>
          <p:cNvSpPr txBox="1"/>
          <p:nvPr userDrawn="1"/>
        </p:nvSpPr>
        <p:spPr>
          <a:xfrm>
            <a:off x="4604244" y="6369634"/>
            <a:ext cx="2983510" cy="400110"/>
          </a:xfrm>
          <a:prstGeom prst="rect">
            <a:avLst/>
          </a:prstGeom>
          <a:noFill/>
        </p:spPr>
        <p:txBody>
          <a:bodyPr wrap="none" rtlCol="0">
            <a:spAutoFit/>
          </a:bodyPr>
          <a:lstStyle/>
          <a:p>
            <a:pPr algn="ctr"/>
            <a:r>
              <a:rPr lang="fr-FR" sz="2000" dirty="0">
                <a:solidFill>
                  <a:schemeClr val="tx1"/>
                </a:solidFill>
                <a:latin typeface="Barlow" panose="00000500000000000000" pitchFamily="2" charset="0"/>
              </a:rPr>
              <a:t>www.quadratic-labs.com</a:t>
            </a:r>
          </a:p>
        </p:txBody>
      </p:sp>
    </p:spTree>
    <p:extLst>
      <p:ext uri="{BB962C8B-B14F-4D97-AF65-F5344CB8AC3E}">
        <p14:creationId xmlns:p14="http://schemas.microsoft.com/office/powerpoint/2010/main" val="38186929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n tête section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7" name="Image 6">
            <a:extLst>
              <a:ext uri="{FF2B5EF4-FFF2-40B4-BE49-F238E27FC236}">
                <a16:creationId xmlns:a16="http://schemas.microsoft.com/office/drawing/2014/main" id="{21A505E3-CAC3-9D14-2310-3B9E5E5DE7F5}"/>
              </a:ext>
            </a:extLst>
          </p:cNvPr>
          <p:cNvPicPr>
            <a:picLocks noChangeAspect="1"/>
          </p:cNvPicPr>
          <p:nvPr userDrawn="1"/>
        </p:nvPicPr>
        <p:blipFill>
          <a:blip r:embed="rId2">
            <a:duotone>
              <a:prstClr val="black"/>
              <a:schemeClr val="accent3">
                <a:tint val="45000"/>
                <a:satMod val="400000"/>
              </a:schemeClr>
            </a:duotone>
          </a:blip>
          <a:stretch>
            <a:fillRect/>
          </a:stretch>
        </p:blipFill>
        <p:spPr>
          <a:xfrm>
            <a:off x="0" y="650874"/>
            <a:ext cx="4377908" cy="4377908"/>
          </a:xfrm>
          <a:prstGeom prst="rect">
            <a:avLst/>
          </a:prstGeom>
        </p:spPr>
      </p:pic>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3">
            <a:duotone>
              <a:prstClr val="black"/>
              <a:schemeClr val="accent3">
                <a:tint val="45000"/>
                <a:satMod val="400000"/>
              </a:schemeClr>
            </a:duotone>
          </a:blip>
          <a:stretch>
            <a:fillRect/>
          </a:stretch>
        </p:blipFill>
        <p:spPr>
          <a:xfrm>
            <a:off x="11512365" y="6301212"/>
            <a:ext cx="374834" cy="475399"/>
          </a:xfrm>
          <a:prstGeom prst="rect">
            <a:avLst/>
          </a:prstGeom>
        </p:spPr>
      </p:pic>
      <p:sp>
        <p:nvSpPr>
          <p:cNvPr id="19" name="ZoneTexte 18">
            <a:extLst>
              <a:ext uri="{FF2B5EF4-FFF2-40B4-BE49-F238E27FC236}">
                <a16:creationId xmlns:a16="http://schemas.microsoft.com/office/drawing/2014/main" id="{BE625E3B-0104-4027-D0CF-0BBC92DE7DC1}"/>
              </a:ext>
            </a:extLst>
          </p:cNvPr>
          <p:cNvSpPr txBox="1"/>
          <p:nvPr userDrawn="1"/>
        </p:nvSpPr>
        <p:spPr>
          <a:xfrm>
            <a:off x="9081890"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spTree>
    <p:extLst>
      <p:ext uri="{BB962C8B-B14F-4D97-AF65-F5344CB8AC3E}">
        <p14:creationId xmlns:p14="http://schemas.microsoft.com/office/powerpoint/2010/main" val="23826304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tête section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2">
            <a:duotone>
              <a:prstClr val="black"/>
              <a:schemeClr val="accent3">
                <a:tint val="45000"/>
                <a:satMod val="400000"/>
              </a:schemeClr>
            </a:duotone>
          </a:blip>
          <a:stretch>
            <a:fillRect/>
          </a:stretch>
        </p:blipFill>
        <p:spPr>
          <a:xfrm>
            <a:off x="11512365" y="6301212"/>
            <a:ext cx="374834" cy="475399"/>
          </a:xfrm>
          <a:prstGeom prst="rect">
            <a:avLst/>
          </a:prstGeom>
        </p:spPr>
      </p:pic>
      <p:sp>
        <p:nvSpPr>
          <p:cNvPr id="19" name="ZoneTexte 18">
            <a:extLst>
              <a:ext uri="{FF2B5EF4-FFF2-40B4-BE49-F238E27FC236}">
                <a16:creationId xmlns:a16="http://schemas.microsoft.com/office/drawing/2014/main" id="{BE625E3B-0104-4027-D0CF-0BBC92DE7DC1}"/>
              </a:ext>
            </a:extLst>
          </p:cNvPr>
          <p:cNvSpPr txBox="1"/>
          <p:nvPr userDrawn="1"/>
        </p:nvSpPr>
        <p:spPr>
          <a:xfrm>
            <a:off x="9081890"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5" name="Image 4">
            <a:extLst>
              <a:ext uri="{FF2B5EF4-FFF2-40B4-BE49-F238E27FC236}">
                <a16:creationId xmlns:a16="http://schemas.microsoft.com/office/drawing/2014/main" id="{3A03DD93-1E3E-EACC-7DD4-AF5196B260E5}"/>
              </a:ext>
            </a:extLst>
          </p:cNvPr>
          <p:cNvPicPr>
            <a:picLocks noChangeAspect="1"/>
          </p:cNvPicPr>
          <p:nvPr userDrawn="1"/>
        </p:nvPicPr>
        <p:blipFill>
          <a:blip r:embed="rId3">
            <a:duotone>
              <a:prstClr val="black"/>
              <a:schemeClr val="accent3">
                <a:tint val="45000"/>
                <a:satMod val="400000"/>
              </a:schemeClr>
            </a:duotone>
          </a:blip>
          <a:stretch>
            <a:fillRect/>
          </a:stretch>
        </p:blipFill>
        <p:spPr>
          <a:xfrm>
            <a:off x="749301" y="650875"/>
            <a:ext cx="3290358" cy="4377907"/>
          </a:xfrm>
          <a:prstGeom prst="rect">
            <a:avLst/>
          </a:prstGeom>
        </p:spPr>
      </p:pic>
    </p:spTree>
    <p:extLst>
      <p:ext uri="{BB962C8B-B14F-4D97-AF65-F5344CB8AC3E}">
        <p14:creationId xmlns:p14="http://schemas.microsoft.com/office/powerpoint/2010/main" val="4281845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n-tête section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19" name="ZoneTexte 18">
            <a:extLst>
              <a:ext uri="{FF2B5EF4-FFF2-40B4-BE49-F238E27FC236}">
                <a16:creationId xmlns:a16="http://schemas.microsoft.com/office/drawing/2014/main" id="{BE625E3B-0104-4027-D0CF-0BBC92DE7DC1}"/>
              </a:ext>
            </a:extLst>
          </p:cNvPr>
          <p:cNvSpPr txBox="1"/>
          <p:nvPr userDrawn="1"/>
        </p:nvSpPr>
        <p:spPr>
          <a:xfrm>
            <a:off x="9456725"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6" name="Image 5">
            <a:extLst>
              <a:ext uri="{FF2B5EF4-FFF2-40B4-BE49-F238E27FC236}">
                <a16:creationId xmlns:a16="http://schemas.microsoft.com/office/drawing/2014/main" id="{C98FA8A2-46EA-C4B5-2ED9-00FB69314174}"/>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411051" y="612461"/>
            <a:ext cx="3538649" cy="4381842"/>
          </a:xfrm>
          <a:prstGeom prst="rect">
            <a:avLst/>
          </a:prstGeom>
        </p:spPr>
      </p:pic>
    </p:spTree>
    <p:extLst>
      <p:ext uri="{BB962C8B-B14F-4D97-AF65-F5344CB8AC3E}">
        <p14:creationId xmlns:p14="http://schemas.microsoft.com/office/powerpoint/2010/main" val="8707044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pic>
        <p:nvPicPr>
          <p:cNvPr id="10" name="Image 9">
            <a:extLst>
              <a:ext uri="{FF2B5EF4-FFF2-40B4-BE49-F238E27FC236}">
                <a16:creationId xmlns:a16="http://schemas.microsoft.com/office/drawing/2014/main" id="{3BA08614-19D5-F1B6-C9B4-41AE0ECDD296}"/>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7870460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u Standar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A559487-FFAF-9004-049F-02454F246A57}"/>
              </a:ext>
            </a:extLst>
          </p:cNvPr>
          <p:cNvSpPr>
            <a:spLocks noGrp="1"/>
          </p:cNvSpPr>
          <p:nvPr>
            <p:ph idx="1"/>
          </p:nvPr>
        </p:nvSpPr>
        <p:spPr>
          <a:xfrm>
            <a:off x="261303" y="1531088"/>
            <a:ext cx="11669393" cy="4645875"/>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ED2BE8B6-177C-761E-6F1C-F3F02A5F14CD}"/>
              </a:ext>
            </a:extLst>
          </p:cNvPr>
          <p:cNvSpPr>
            <a:spLocks noGrp="1"/>
          </p:cNvSpPr>
          <p:nvPr>
            <p:ph type="dt" sz="half" idx="10"/>
          </p:nvPr>
        </p:nvSpPr>
        <p:spPr>
          <a:xfrm>
            <a:off x="261303" y="6356350"/>
            <a:ext cx="2743200" cy="365125"/>
          </a:xfrm>
        </p:spPr>
        <p:txBody>
          <a:bodyPr/>
          <a:lstStyle/>
          <a:p>
            <a:fld id="{DCF2D877-55A7-4280-9761-FC7FF1D56B23}" type="datetime1">
              <a:rPr lang="fr-FR" smtClean="0"/>
              <a:t>09/01/2024</a:t>
            </a:fld>
            <a:endParaRPr lang="fr-FR"/>
          </a:p>
        </p:txBody>
      </p:sp>
      <p:sp>
        <p:nvSpPr>
          <p:cNvPr id="5" name="Espace réservé du pied de page 4">
            <a:extLst>
              <a:ext uri="{FF2B5EF4-FFF2-40B4-BE49-F238E27FC236}">
                <a16:creationId xmlns:a16="http://schemas.microsoft.com/office/drawing/2014/main" id="{41DC9EA5-1E0E-FDBC-45A1-017B3CD4C2BD}"/>
              </a:ext>
            </a:extLst>
          </p:cNvPr>
          <p:cNvSpPr>
            <a:spLocks noGrp="1"/>
          </p:cNvSpPr>
          <p:nvPr>
            <p:ph type="ftr" sz="quarter" idx="11"/>
          </p:nvPr>
        </p:nvSpPr>
        <p:spPr/>
        <p:txBody>
          <a:body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0CAE3CC8-7DAE-391C-6FD1-A6358755E87F}"/>
              </a:ext>
            </a:extLst>
          </p:cNvPr>
          <p:cNvSpPr>
            <a:spLocks noGrp="1"/>
          </p:cNvSpPr>
          <p:nvPr>
            <p:ph type="sldNum" sz="quarter" idx="12"/>
          </p:nvPr>
        </p:nvSpPr>
        <p:spPr>
          <a:xfrm>
            <a:off x="9187497" y="6356350"/>
            <a:ext cx="2743200" cy="365125"/>
          </a:xfrm>
        </p:spPr>
        <p:txBody>
          <a:bodyPr/>
          <a:lstStyle/>
          <a:p>
            <a:fld id="{41DD7FD0-8CCF-4985-AE30-D6D48D0A42D3}" type="slidenum">
              <a:rPr lang="fr-FR" smtClean="0"/>
              <a:t>‹N°›</a:t>
            </a:fld>
            <a:endParaRPr lang="fr-FR"/>
          </a:p>
        </p:txBody>
      </p:sp>
      <p:sp>
        <p:nvSpPr>
          <p:cNvPr id="7" name="Titre 1">
            <a:extLst>
              <a:ext uri="{FF2B5EF4-FFF2-40B4-BE49-F238E27FC236}">
                <a16:creationId xmlns:a16="http://schemas.microsoft.com/office/drawing/2014/main" id="{FF2E53A6-2456-7D83-32E4-E2D05CBD30C4}"/>
              </a:ext>
            </a:extLst>
          </p:cNvPr>
          <p:cNvSpPr>
            <a:spLocks noGrp="1"/>
          </p:cNvSpPr>
          <p:nvPr>
            <p:ph type="title"/>
          </p:nvPr>
        </p:nvSpPr>
        <p:spPr>
          <a:xfrm>
            <a:off x="1063256" y="226902"/>
            <a:ext cx="10867442" cy="623702"/>
          </a:xfrm>
        </p:spPr>
        <p:txBody>
          <a:bodyPr/>
          <a:lstStyle/>
          <a:p>
            <a:r>
              <a:rPr lang="fr-FR" dirty="0"/>
              <a:t>Modifiez le style du titre</a:t>
            </a:r>
          </a:p>
        </p:txBody>
      </p:sp>
      <p:cxnSp>
        <p:nvCxnSpPr>
          <p:cNvPr id="11" name="Connecteur droit 10">
            <a:extLst>
              <a:ext uri="{FF2B5EF4-FFF2-40B4-BE49-F238E27FC236}">
                <a16:creationId xmlns:a16="http://schemas.microsoft.com/office/drawing/2014/main" id="{9317C058-D8F3-CC27-818C-09DCF165A148}"/>
              </a:ext>
            </a:extLst>
          </p:cNvPr>
          <p:cNvCxnSpPr>
            <a:cxnSpLocks/>
          </p:cNvCxnSpPr>
          <p:nvPr userDrawn="1"/>
        </p:nvCxnSpPr>
        <p:spPr>
          <a:xfrm>
            <a:off x="261303" y="1372378"/>
            <a:ext cx="11669395" cy="0"/>
          </a:xfrm>
          <a:prstGeom prst="line">
            <a:avLst/>
          </a:prstGeom>
          <a:ln w="57150">
            <a:solidFill>
              <a:schemeClr val="accent3"/>
            </a:solidFill>
          </a:ln>
        </p:spPr>
        <p:style>
          <a:lnRef idx="1">
            <a:schemeClr val="accent5"/>
          </a:lnRef>
          <a:fillRef idx="0">
            <a:schemeClr val="accent5"/>
          </a:fillRef>
          <a:effectRef idx="0">
            <a:schemeClr val="accent5"/>
          </a:effectRef>
          <a:fontRef idx="minor">
            <a:schemeClr val="tx1"/>
          </a:fontRef>
        </p:style>
      </p:cxnSp>
      <p:sp>
        <p:nvSpPr>
          <p:cNvPr id="12" name="Espace réservé du texte 9">
            <a:extLst>
              <a:ext uri="{FF2B5EF4-FFF2-40B4-BE49-F238E27FC236}">
                <a16:creationId xmlns:a16="http://schemas.microsoft.com/office/drawing/2014/main" id="{F3D61B73-0515-AA37-7C97-83AECF96DA1E}"/>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pic>
        <p:nvPicPr>
          <p:cNvPr id="8" name="Image 7">
            <a:extLst>
              <a:ext uri="{FF2B5EF4-FFF2-40B4-BE49-F238E27FC236}">
                <a16:creationId xmlns:a16="http://schemas.microsoft.com/office/drawing/2014/main" id="{14710A95-1151-0E93-3B4E-4B0C74EADED0}"/>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664876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A90439-E433-1E60-DBD5-0A47D2A54767}"/>
              </a:ext>
            </a:extLst>
          </p:cNvPr>
          <p:cNvSpPr>
            <a:spLocks noGrp="1"/>
          </p:cNvSpPr>
          <p:nvPr>
            <p:ph sz="half" idx="1"/>
          </p:nvPr>
        </p:nvSpPr>
        <p:spPr>
          <a:xfrm>
            <a:off x="237055" y="1520456"/>
            <a:ext cx="5782745" cy="465650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contenu 3">
            <a:extLst>
              <a:ext uri="{FF2B5EF4-FFF2-40B4-BE49-F238E27FC236}">
                <a16:creationId xmlns:a16="http://schemas.microsoft.com/office/drawing/2014/main" id="{B85DA2C1-382A-FDD5-DF0E-FEADFDF4191E}"/>
              </a:ext>
            </a:extLst>
          </p:cNvPr>
          <p:cNvSpPr>
            <a:spLocks noGrp="1"/>
          </p:cNvSpPr>
          <p:nvPr>
            <p:ph sz="half" idx="2"/>
          </p:nvPr>
        </p:nvSpPr>
        <p:spPr>
          <a:xfrm>
            <a:off x="6172200" y="1520456"/>
            <a:ext cx="5758496" cy="465650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e la date 4">
            <a:extLst>
              <a:ext uri="{FF2B5EF4-FFF2-40B4-BE49-F238E27FC236}">
                <a16:creationId xmlns:a16="http://schemas.microsoft.com/office/drawing/2014/main" id="{D4EBE020-139E-FC55-9B9D-E94A4688B6A6}"/>
              </a:ext>
            </a:extLst>
          </p:cNvPr>
          <p:cNvSpPr>
            <a:spLocks noGrp="1"/>
          </p:cNvSpPr>
          <p:nvPr>
            <p:ph type="dt" sz="half" idx="10"/>
          </p:nvPr>
        </p:nvSpPr>
        <p:spPr>
          <a:xfrm>
            <a:off x="237055" y="6356350"/>
            <a:ext cx="2743200" cy="365125"/>
          </a:xfrm>
        </p:spPr>
        <p:txBody>
          <a:bodyPr/>
          <a:lstStyle/>
          <a:p>
            <a:fld id="{D1F58CE8-8F4C-45E8-9484-15E46BADA532}" type="datetime1">
              <a:rPr lang="fr-FR" smtClean="0"/>
              <a:t>09/01/2024</a:t>
            </a:fld>
            <a:endParaRPr lang="fr-FR"/>
          </a:p>
        </p:txBody>
      </p:sp>
      <p:sp>
        <p:nvSpPr>
          <p:cNvPr id="6" name="Espace réservé du pied de page 5">
            <a:extLst>
              <a:ext uri="{FF2B5EF4-FFF2-40B4-BE49-F238E27FC236}">
                <a16:creationId xmlns:a16="http://schemas.microsoft.com/office/drawing/2014/main" id="{BA0059D6-B00E-5053-DE57-A52862B448DF}"/>
              </a:ext>
            </a:extLst>
          </p:cNvPr>
          <p:cNvSpPr>
            <a:spLocks noGrp="1"/>
          </p:cNvSpPr>
          <p:nvPr>
            <p:ph type="ftr" sz="quarter" idx="11"/>
          </p:nvPr>
        </p:nvSpPr>
        <p:spPr/>
        <p:txBody>
          <a:bodyPr/>
          <a:lstStyle/>
          <a:p>
            <a:r>
              <a:rPr lang="fr-FR"/>
              <a:t>Pied de page (copyright, rappel du titre, etc.)</a:t>
            </a:r>
          </a:p>
        </p:txBody>
      </p:sp>
      <p:sp>
        <p:nvSpPr>
          <p:cNvPr id="7" name="Espace réservé du numéro de diapositive 6">
            <a:extLst>
              <a:ext uri="{FF2B5EF4-FFF2-40B4-BE49-F238E27FC236}">
                <a16:creationId xmlns:a16="http://schemas.microsoft.com/office/drawing/2014/main" id="{8A3605E4-186E-761D-AFC2-2E75FDA7FFBE}"/>
              </a:ext>
            </a:extLst>
          </p:cNvPr>
          <p:cNvSpPr>
            <a:spLocks noGrp="1"/>
          </p:cNvSpPr>
          <p:nvPr>
            <p:ph type="sldNum" sz="quarter" idx="12"/>
          </p:nvPr>
        </p:nvSpPr>
        <p:spPr>
          <a:xfrm>
            <a:off x="9187496" y="6356350"/>
            <a:ext cx="2743200" cy="365125"/>
          </a:xfrm>
        </p:spPr>
        <p:txBody>
          <a:bodyPr/>
          <a:lstStyle/>
          <a:p>
            <a:fld id="{41DD7FD0-8CCF-4985-AE30-D6D48D0A42D3}" type="slidenum">
              <a:rPr lang="fr-FR" smtClean="0"/>
              <a:t>‹N°›</a:t>
            </a:fld>
            <a:endParaRPr lang="fr-FR"/>
          </a:p>
        </p:txBody>
      </p:sp>
      <p:sp>
        <p:nvSpPr>
          <p:cNvPr id="8" name="Titre 1">
            <a:extLst>
              <a:ext uri="{FF2B5EF4-FFF2-40B4-BE49-F238E27FC236}">
                <a16:creationId xmlns:a16="http://schemas.microsoft.com/office/drawing/2014/main" id="{25B18CC4-EEEA-73A7-94C4-6F9892D133E1}"/>
              </a:ext>
            </a:extLst>
          </p:cNvPr>
          <p:cNvSpPr>
            <a:spLocks noGrp="1"/>
          </p:cNvSpPr>
          <p:nvPr>
            <p:ph type="title"/>
          </p:nvPr>
        </p:nvSpPr>
        <p:spPr>
          <a:xfrm>
            <a:off x="1063256" y="226902"/>
            <a:ext cx="10867442" cy="623702"/>
          </a:xfrm>
        </p:spPr>
        <p:txBody>
          <a:bodyPr/>
          <a:lstStyle/>
          <a:p>
            <a:r>
              <a:rPr lang="fr-FR" dirty="0"/>
              <a:t>Modifiez le style du titre</a:t>
            </a:r>
          </a:p>
        </p:txBody>
      </p:sp>
      <p:sp>
        <p:nvSpPr>
          <p:cNvPr id="10" name="Espace réservé du texte 9">
            <a:extLst>
              <a:ext uri="{FF2B5EF4-FFF2-40B4-BE49-F238E27FC236}">
                <a16:creationId xmlns:a16="http://schemas.microsoft.com/office/drawing/2014/main" id="{D0E8DE64-82C0-A85F-43E6-846305A3D2A4}"/>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cxnSp>
        <p:nvCxnSpPr>
          <p:cNvPr id="2" name="Connecteur droit 1">
            <a:extLst>
              <a:ext uri="{FF2B5EF4-FFF2-40B4-BE49-F238E27FC236}">
                <a16:creationId xmlns:a16="http://schemas.microsoft.com/office/drawing/2014/main" id="{0A53192B-8BD6-6726-4278-48EE00184B83}"/>
              </a:ext>
            </a:extLst>
          </p:cNvPr>
          <p:cNvCxnSpPr>
            <a:cxnSpLocks/>
          </p:cNvCxnSpPr>
          <p:nvPr userDrawn="1"/>
        </p:nvCxnSpPr>
        <p:spPr>
          <a:xfrm>
            <a:off x="261303" y="1372378"/>
            <a:ext cx="11669395" cy="0"/>
          </a:xfrm>
          <a:prstGeom prst="line">
            <a:avLst/>
          </a:prstGeom>
          <a:ln w="57150">
            <a:solidFill>
              <a:schemeClr val="accent3"/>
            </a:solidFill>
          </a:ln>
        </p:spPr>
        <p:style>
          <a:lnRef idx="1">
            <a:schemeClr val="accent5"/>
          </a:lnRef>
          <a:fillRef idx="0">
            <a:schemeClr val="accent5"/>
          </a:fillRef>
          <a:effectRef idx="0">
            <a:schemeClr val="accent5"/>
          </a:effectRef>
          <a:fontRef idx="minor">
            <a:schemeClr val="tx1"/>
          </a:fontRef>
        </p:style>
      </p:cxnSp>
      <p:pic>
        <p:nvPicPr>
          <p:cNvPr id="12" name="Image 11">
            <a:extLst>
              <a:ext uri="{FF2B5EF4-FFF2-40B4-BE49-F238E27FC236}">
                <a16:creationId xmlns:a16="http://schemas.microsoft.com/office/drawing/2014/main" id="{9B452D40-B120-2F7D-3E91-96FB1FA6967B}"/>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11137027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CA63E9AE-2E85-060A-2622-670846D50DD4}"/>
              </a:ext>
            </a:extLst>
          </p:cNvPr>
          <p:cNvSpPr>
            <a:spLocks noGrp="1"/>
          </p:cNvSpPr>
          <p:nvPr>
            <p:ph type="body" idx="1"/>
          </p:nvPr>
        </p:nvSpPr>
        <p:spPr>
          <a:xfrm>
            <a:off x="261304" y="1425987"/>
            <a:ext cx="5736272"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F49004B4-18BC-77C0-920C-F1C26212EB4D}"/>
              </a:ext>
            </a:extLst>
          </p:cNvPr>
          <p:cNvSpPr>
            <a:spLocks noGrp="1"/>
          </p:cNvSpPr>
          <p:nvPr>
            <p:ph sz="half" idx="2"/>
          </p:nvPr>
        </p:nvSpPr>
        <p:spPr>
          <a:xfrm>
            <a:off x="261304" y="2223687"/>
            <a:ext cx="5736272" cy="396597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texte 4">
            <a:extLst>
              <a:ext uri="{FF2B5EF4-FFF2-40B4-BE49-F238E27FC236}">
                <a16:creationId xmlns:a16="http://schemas.microsoft.com/office/drawing/2014/main" id="{4621FA98-C4CD-F07E-AE38-067CFFF16627}"/>
              </a:ext>
            </a:extLst>
          </p:cNvPr>
          <p:cNvSpPr>
            <a:spLocks noGrp="1"/>
          </p:cNvSpPr>
          <p:nvPr>
            <p:ph type="body" sz="quarter" idx="3"/>
          </p:nvPr>
        </p:nvSpPr>
        <p:spPr>
          <a:xfrm>
            <a:off x="6172200" y="1425987"/>
            <a:ext cx="5758496"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6" name="Espace réservé du contenu 5">
            <a:extLst>
              <a:ext uri="{FF2B5EF4-FFF2-40B4-BE49-F238E27FC236}">
                <a16:creationId xmlns:a16="http://schemas.microsoft.com/office/drawing/2014/main" id="{819A5810-EC86-B1CF-0947-21471B5395D2}"/>
              </a:ext>
            </a:extLst>
          </p:cNvPr>
          <p:cNvSpPr>
            <a:spLocks noGrp="1"/>
          </p:cNvSpPr>
          <p:nvPr>
            <p:ph sz="quarter" idx="4"/>
          </p:nvPr>
        </p:nvSpPr>
        <p:spPr>
          <a:xfrm>
            <a:off x="6172199" y="2223687"/>
            <a:ext cx="5758495" cy="39659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29D839-43CA-A05E-2039-547DD6675630}"/>
              </a:ext>
            </a:extLst>
          </p:cNvPr>
          <p:cNvSpPr>
            <a:spLocks noGrp="1"/>
          </p:cNvSpPr>
          <p:nvPr>
            <p:ph type="dt" sz="half" idx="10"/>
          </p:nvPr>
        </p:nvSpPr>
        <p:spPr/>
        <p:txBody>
          <a:bodyPr/>
          <a:lstStyle/>
          <a:p>
            <a:fld id="{7C95BFE5-FCAC-485A-8E27-AEBF934396AA}" type="datetime1">
              <a:rPr lang="fr-FR" smtClean="0"/>
              <a:t>09/01/2024</a:t>
            </a:fld>
            <a:endParaRPr lang="fr-FR"/>
          </a:p>
        </p:txBody>
      </p:sp>
      <p:sp>
        <p:nvSpPr>
          <p:cNvPr id="8" name="Espace réservé du pied de page 7">
            <a:extLst>
              <a:ext uri="{FF2B5EF4-FFF2-40B4-BE49-F238E27FC236}">
                <a16:creationId xmlns:a16="http://schemas.microsoft.com/office/drawing/2014/main" id="{081553BD-4A83-AC24-8877-2721F63A554A}"/>
              </a:ext>
            </a:extLst>
          </p:cNvPr>
          <p:cNvSpPr>
            <a:spLocks noGrp="1"/>
          </p:cNvSpPr>
          <p:nvPr>
            <p:ph type="ftr" sz="quarter" idx="11"/>
          </p:nvPr>
        </p:nvSpPr>
        <p:spPr/>
        <p:txBody>
          <a:bodyPr/>
          <a:lstStyle/>
          <a:p>
            <a:r>
              <a:rPr lang="fr-FR"/>
              <a:t>Pied de page (copyright, rappel du titre, etc.)</a:t>
            </a:r>
          </a:p>
        </p:txBody>
      </p:sp>
      <p:sp>
        <p:nvSpPr>
          <p:cNvPr id="9" name="Espace réservé du numéro de diapositive 8">
            <a:extLst>
              <a:ext uri="{FF2B5EF4-FFF2-40B4-BE49-F238E27FC236}">
                <a16:creationId xmlns:a16="http://schemas.microsoft.com/office/drawing/2014/main" id="{F0E6E38C-959C-E1D4-0F0C-E4507732F64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12" name="Connecteur droit 11">
            <a:extLst>
              <a:ext uri="{FF2B5EF4-FFF2-40B4-BE49-F238E27FC236}">
                <a16:creationId xmlns:a16="http://schemas.microsoft.com/office/drawing/2014/main" id="{147EE4A6-DA09-7BAA-7FF3-7DB5E7BA9137}"/>
              </a:ext>
            </a:extLst>
          </p:cNvPr>
          <p:cNvCxnSpPr>
            <a:cxnSpLocks/>
          </p:cNvCxnSpPr>
          <p:nvPr userDrawn="1"/>
        </p:nvCxnSpPr>
        <p:spPr>
          <a:xfrm>
            <a:off x="838200" y="1408344"/>
            <a:ext cx="10515600" cy="0"/>
          </a:xfrm>
          <a:prstGeom prst="line">
            <a:avLst/>
          </a:prstGeom>
        </p:spPr>
        <p:style>
          <a:lnRef idx="1">
            <a:schemeClr val="accent5"/>
          </a:lnRef>
          <a:fillRef idx="0">
            <a:schemeClr val="accent5"/>
          </a:fillRef>
          <a:effectRef idx="0">
            <a:schemeClr val="accent5"/>
          </a:effectRef>
          <a:fontRef idx="minor">
            <a:schemeClr val="tx1"/>
          </a:fontRef>
        </p:style>
      </p:cxnSp>
      <p:sp>
        <p:nvSpPr>
          <p:cNvPr id="16" name="Titre 15">
            <a:extLst>
              <a:ext uri="{FF2B5EF4-FFF2-40B4-BE49-F238E27FC236}">
                <a16:creationId xmlns:a16="http://schemas.microsoft.com/office/drawing/2014/main" id="{3E2E0BE2-F355-9418-AA38-CD45CA459886}"/>
              </a:ext>
            </a:extLst>
          </p:cNvPr>
          <p:cNvSpPr>
            <a:spLocks noGrp="1"/>
          </p:cNvSpPr>
          <p:nvPr>
            <p:ph type="title"/>
          </p:nvPr>
        </p:nvSpPr>
        <p:spPr>
          <a:xfrm>
            <a:off x="1063256" y="235723"/>
            <a:ext cx="10867441" cy="623702"/>
          </a:xfrm>
        </p:spPr>
        <p:txBody>
          <a:bodyPr/>
          <a:lstStyle/>
          <a:p>
            <a:r>
              <a:rPr lang="fr-FR"/>
              <a:t>Modifiez le style du titre</a:t>
            </a:r>
          </a:p>
        </p:txBody>
      </p:sp>
      <p:sp>
        <p:nvSpPr>
          <p:cNvPr id="17" name="Espace réservé du texte 9">
            <a:extLst>
              <a:ext uri="{FF2B5EF4-FFF2-40B4-BE49-F238E27FC236}">
                <a16:creationId xmlns:a16="http://schemas.microsoft.com/office/drawing/2014/main" id="{40987D09-4FAC-029B-3A06-926A6F28CF50}"/>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cxnSp>
        <p:nvCxnSpPr>
          <p:cNvPr id="10" name="Connecteur droit 9">
            <a:extLst>
              <a:ext uri="{FF2B5EF4-FFF2-40B4-BE49-F238E27FC236}">
                <a16:creationId xmlns:a16="http://schemas.microsoft.com/office/drawing/2014/main" id="{1EB85D11-7921-2F57-CE5E-2A04763E7A3A}"/>
              </a:ext>
            </a:extLst>
          </p:cNvPr>
          <p:cNvCxnSpPr>
            <a:cxnSpLocks/>
          </p:cNvCxnSpPr>
          <p:nvPr userDrawn="1"/>
        </p:nvCxnSpPr>
        <p:spPr>
          <a:xfrm>
            <a:off x="261303" y="1372378"/>
            <a:ext cx="11669395" cy="0"/>
          </a:xfrm>
          <a:prstGeom prst="line">
            <a:avLst/>
          </a:prstGeom>
          <a:ln w="57150">
            <a:solidFill>
              <a:schemeClr val="accent3"/>
            </a:solidFill>
          </a:ln>
        </p:spPr>
        <p:style>
          <a:lnRef idx="1">
            <a:schemeClr val="accent5"/>
          </a:lnRef>
          <a:fillRef idx="0">
            <a:schemeClr val="accent5"/>
          </a:fillRef>
          <a:effectRef idx="0">
            <a:schemeClr val="accent5"/>
          </a:effectRef>
          <a:fontRef idx="minor">
            <a:schemeClr val="tx1"/>
          </a:fontRef>
        </p:style>
      </p:cxnSp>
      <p:pic>
        <p:nvPicPr>
          <p:cNvPr id="11" name="Image 10">
            <a:extLst>
              <a:ext uri="{FF2B5EF4-FFF2-40B4-BE49-F238E27FC236}">
                <a16:creationId xmlns:a16="http://schemas.microsoft.com/office/drawing/2014/main" id="{AD72C3D1-697B-A0A9-FE62-A57AB6723EB1}"/>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41882362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6C0FFB-0DDD-EBDF-B9C4-1131FAC895E3}"/>
              </a:ext>
            </a:extLst>
          </p:cNvPr>
          <p:cNvSpPr>
            <a:spLocks noGrp="1"/>
          </p:cNvSpPr>
          <p:nvPr>
            <p:ph type="title"/>
          </p:nvPr>
        </p:nvSpPr>
        <p:spPr>
          <a:xfrm>
            <a:off x="1063256" y="318530"/>
            <a:ext cx="3813544" cy="894746"/>
          </a:xfrm>
        </p:spPr>
        <p:txBody>
          <a:bodyPr anchor="b"/>
          <a:lstStyle>
            <a:lvl1pPr>
              <a:defRPr sz="3200"/>
            </a:lvl1pPr>
          </a:lstStyle>
          <a:p>
            <a:r>
              <a:rPr lang="fr-FR" dirty="0"/>
              <a:t>Modifiez le style du titre</a:t>
            </a:r>
          </a:p>
        </p:txBody>
      </p:sp>
      <p:sp>
        <p:nvSpPr>
          <p:cNvPr id="3" name="Espace réservé du contenu 2">
            <a:extLst>
              <a:ext uri="{FF2B5EF4-FFF2-40B4-BE49-F238E27FC236}">
                <a16:creationId xmlns:a16="http://schemas.microsoft.com/office/drawing/2014/main" id="{DB73A85E-56A5-810A-57B3-33F3F9BD1B28}"/>
              </a:ext>
            </a:extLst>
          </p:cNvPr>
          <p:cNvSpPr>
            <a:spLocks noGrp="1"/>
          </p:cNvSpPr>
          <p:nvPr>
            <p:ph idx="1"/>
          </p:nvPr>
        </p:nvSpPr>
        <p:spPr>
          <a:xfrm>
            <a:off x="5156200" y="318530"/>
            <a:ext cx="6774497" cy="5837719"/>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texte 3">
            <a:extLst>
              <a:ext uri="{FF2B5EF4-FFF2-40B4-BE49-F238E27FC236}">
                <a16:creationId xmlns:a16="http://schemas.microsoft.com/office/drawing/2014/main" id="{54E768DC-E327-074B-E53B-A7602EB23BBD}"/>
              </a:ext>
            </a:extLst>
          </p:cNvPr>
          <p:cNvSpPr>
            <a:spLocks noGrp="1"/>
          </p:cNvSpPr>
          <p:nvPr>
            <p:ph type="body" sz="half" idx="2"/>
          </p:nvPr>
        </p:nvSpPr>
        <p:spPr>
          <a:xfrm>
            <a:off x="261302" y="1504555"/>
            <a:ext cx="4615498" cy="46516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5" name="Espace réservé de la date 4">
            <a:extLst>
              <a:ext uri="{FF2B5EF4-FFF2-40B4-BE49-F238E27FC236}">
                <a16:creationId xmlns:a16="http://schemas.microsoft.com/office/drawing/2014/main" id="{ABD2C517-4516-8DB0-89CA-BB978D351FBA}"/>
              </a:ext>
            </a:extLst>
          </p:cNvPr>
          <p:cNvSpPr>
            <a:spLocks noGrp="1"/>
          </p:cNvSpPr>
          <p:nvPr>
            <p:ph type="dt" sz="half" idx="10"/>
          </p:nvPr>
        </p:nvSpPr>
        <p:spPr/>
        <p:txBody>
          <a:bodyPr/>
          <a:lstStyle/>
          <a:p>
            <a:fld id="{6E2A3409-CF71-4D6F-8F18-DD3F156122B0}" type="datetime1">
              <a:rPr lang="fr-FR" smtClean="0"/>
              <a:t>09/01/2024</a:t>
            </a:fld>
            <a:endParaRPr lang="fr-FR"/>
          </a:p>
        </p:txBody>
      </p:sp>
      <p:sp>
        <p:nvSpPr>
          <p:cNvPr id="6" name="Espace réservé du pied de page 5">
            <a:extLst>
              <a:ext uri="{FF2B5EF4-FFF2-40B4-BE49-F238E27FC236}">
                <a16:creationId xmlns:a16="http://schemas.microsoft.com/office/drawing/2014/main" id="{5DB69917-F2F6-9E8D-D4B8-383D9F177D3A}"/>
              </a:ext>
            </a:extLst>
          </p:cNvPr>
          <p:cNvSpPr>
            <a:spLocks noGrp="1"/>
          </p:cNvSpPr>
          <p:nvPr>
            <p:ph type="ftr" sz="quarter" idx="11"/>
          </p:nvPr>
        </p:nvSpPr>
        <p:spPr/>
        <p:txBody>
          <a:bodyPr/>
          <a:lstStyle/>
          <a:p>
            <a:r>
              <a:rPr lang="fr-FR"/>
              <a:t>Pied de page (copyright, rappel du titre, etc.)</a:t>
            </a:r>
          </a:p>
        </p:txBody>
      </p:sp>
      <p:sp>
        <p:nvSpPr>
          <p:cNvPr id="7" name="Espace réservé du numéro de diapositive 6">
            <a:extLst>
              <a:ext uri="{FF2B5EF4-FFF2-40B4-BE49-F238E27FC236}">
                <a16:creationId xmlns:a16="http://schemas.microsoft.com/office/drawing/2014/main" id="{A4BA92F1-B53C-53E3-9C19-07D462D5886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9" name="Connecteur droit 8">
            <a:extLst>
              <a:ext uri="{FF2B5EF4-FFF2-40B4-BE49-F238E27FC236}">
                <a16:creationId xmlns:a16="http://schemas.microsoft.com/office/drawing/2014/main" id="{44C3890C-4016-D57A-E91D-A40889B3108C}"/>
              </a:ext>
            </a:extLst>
          </p:cNvPr>
          <p:cNvCxnSpPr>
            <a:cxnSpLocks/>
          </p:cNvCxnSpPr>
          <p:nvPr userDrawn="1"/>
        </p:nvCxnSpPr>
        <p:spPr>
          <a:xfrm>
            <a:off x="261302" y="1358915"/>
            <a:ext cx="4615498" cy="0"/>
          </a:xfrm>
          <a:prstGeom prst="line">
            <a:avLst/>
          </a:prstGeom>
          <a:ln w="57150">
            <a:solidFill>
              <a:schemeClr val="accent3"/>
            </a:solidFill>
          </a:ln>
        </p:spPr>
        <p:style>
          <a:lnRef idx="1">
            <a:schemeClr val="accent5"/>
          </a:lnRef>
          <a:fillRef idx="0">
            <a:schemeClr val="accent5"/>
          </a:fillRef>
          <a:effectRef idx="0">
            <a:schemeClr val="accent5"/>
          </a:effectRef>
          <a:fontRef idx="minor">
            <a:schemeClr val="tx1"/>
          </a:fontRef>
        </p:style>
      </p:cxnSp>
      <p:pic>
        <p:nvPicPr>
          <p:cNvPr id="11" name="Image 10">
            <a:extLst>
              <a:ext uri="{FF2B5EF4-FFF2-40B4-BE49-F238E27FC236}">
                <a16:creationId xmlns:a16="http://schemas.microsoft.com/office/drawing/2014/main" id="{E1C7F381-816E-F7C1-8A61-4B2A7B1F38A3}"/>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29669023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reds">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sp>
        <p:nvSpPr>
          <p:cNvPr id="16" name="Espace réservé du texte 15">
            <a:extLst>
              <a:ext uri="{FF2B5EF4-FFF2-40B4-BE49-F238E27FC236}">
                <a16:creationId xmlns:a16="http://schemas.microsoft.com/office/drawing/2014/main" id="{5883AF4A-A2CD-5300-5637-5820E009799E}"/>
              </a:ext>
            </a:extLst>
          </p:cNvPr>
          <p:cNvSpPr>
            <a:spLocks noGrp="1"/>
          </p:cNvSpPr>
          <p:nvPr>
            <p:ph type="body" sz="quarter" idx="15"/>
          </p:nvPr>
        </p:nvSpPr>
        <p:spPr>
          <a:xfrm>
            <a:off x="788988" y="1731963"/>
            <a:ext cx="6335712" cy="958850"/>
          </a:xfrm>
        </p:spPr>
        <p:txBody>
          <a:bodyPr>
            <a:noAutofit/>
          </a:bodyPr>
          <a:lstStyle>
            <a:lvl1pPr>
              <a:spcBef>
                <a:spcPts val="200"/>
              </a:spcBef>
              <a:defRPr sz="1200"/>
            </a:lvl1pPr>
            <a:lvl2pPr>
              <a:spcBef>
                <a:spcPts val="200"/>
              </a:spcBef>
              <a:defRPr sz="1100"/>
            </a:lvl2pPr>
            <a:lvl3pPr>
              <a:spcBef>
                <a:spcPts val="200"/>
              </a:spcBef>
              <a:defRPr sz="1050"/>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19" name="Espace réservé du texte 15">
            <a:extLst>
              <a:ext uri="{FF2B5EF4-FFF2-40B4-BE49-F238E27FC236}">
                <a16:creationId xmlns:a16="http://schemas.microsoft.com/office/drawing/2014/main" id="{8942EFBE-030A-8170-EE92-4D5972201CCC}"/>
              </a:ext>
            </a:extLst>
          </p:cNvPr>
          <p:cNvSpPr>
            <a:spLocks noGrp="1"/>
          </p:cNvSpPr>
          <p:nvPr>
            <p:ph type="body" sz="quarter" idx="17"/>
          </p:nvPr>
        </p:nvSpPr>
        <p:spPr>
          <a:xfrm>
            <a:off x="788988" y="3194129"/>
            <a:ext cx="6335712" cy="1560975"/>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2" name="Espace réservé du texte 15">
            <a:extLst>
              <a:ext uri="{FF2B5EF4-FFF2-40B4-BE49-F238E27FC236}">
                <a16:creationId xmlns:a16="http://schemas.microsoft.com/office/drawing/2014/main" id="{AE27D1C1-4A94-0140-CFA0-FD3D54967015}"/>
              </a:ext>
            </a:extLst>
          </p:cNvPr>
          <p:cNvSpPr>
            <a:spLocks noGrp="1"/>
          </p:cNvSpPr>
          <p:nvPr>
            <p:ph type="body" sz="quarter" idx="19"/>
          </p:nvPr>
        </p:nvSpPr>
        <p:spPr>
          <a:xfrm>
            <a:off x="788988" y="5230712"/>
            <a:ext cx="6335712" cy="951808"/>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cxnSp>
        <p:nvCxnSpPr>
          <p:cNvPr id="23" name="Connecteur droit 22">
            <a:extLst>
              <a:ext uri="{FF2B5EF4-FFF2-40B4-BE49-F238E27FC236}">
                <a16:creationId xmlns:a16="http://schemas.microsoft.com/office/drawing/2014/main" id="{DE07A1DE-390A-6465-CE4B-0384E332917F}"/>
              </a:ext>
            </a:extLst>
          </p:cNvPr>
          <p:cNvCxnSpPr>
            <a:cxnSpLocks/>
          </p:cNvCxnSpPr>
          <p:nvPr userDrawn="1"/>
        </p:nvCxnSpPr>
        <p:spPr>
          <a:xfrm>
            <a:off x="788988" y="1376020"/>
            <a:ext cx="0" cy="685695"/>
          </a:xfrm>
          <a:prstGeom prst="line">
            <a:avLst/>
          </a:prstGeom>
          <a:ln w="57150">
            <a:solidFill>
              <a:schemeClr val="accent3"/>
            </a:solidFill>
          </a:ln>
        </p:spPr>
        <p:style>
          <a:lnRef idx="1">
            <a:schemeClr val="accent5"/>
          </a:lnRef>
          <a:fillRef idx="0">
            <a:schemeClr val="accent5"/>
          </a:fillRef>
          <a:effectRef idx="0">
            <a:schemeClr val="accent5"/>
          </a:effectRef>
          <a:fontRef idx="minor">
            <a:schemeClr val="tx1"/>
          </a:fontRef>
        </p:style>
      </p:cxnSp>
      <p:cxnSp>
        <p:nvCxnSpPr>
          <p:cNvPr id="27" name="Connecteur droit 26">
            <a:extLst>
              <a:ext uri="{FF2B5EF4-FFF2-40B4-BE49-F238E27FC236}">
                <a16:creationId xmlns:a16="http://schemas.microsoft.com/office/drawing/2014/main" id="{7DDF9651-1EA0-A2EE-98E7-66492F211CF2}"/>
              </a:ext>
            </a:extLst>
          </p:cNvPr>
          <p:cNvCxnSpPr>
            <a:cxnSpLocks/>
          </p:cNvCxnSpPr>
          <p:nvPr userDrawn="1"/>
        </p:nvCxnSpPr>
        <p:spPr>
          <a:xfrm>
            <a:off x="788988" y="2839177"/>
            <a:ext cx="0" cy="685695"/>
          </a:xfrm>
          <a:prstGeom prst="line">
            <a:avLst/>
          </a:prstGeom>
          <a:ln w="57150">
            <a:solidFill>
              <a:schemeClr val="accent3"/>
            </a:solidFill>
          </a:ln>
        </p:spPr>
        <p:style>
          <a:lnRef idx="1">
            <a:schemeClr val="accent5"/>
          </a:lnRef>
          <a:fillRef idx="0">
            <a:schemeClr val="accent5"/>
          </a:fillRef>
          <a:effectRef idx="0">
            <a:schemeClr val="accent5"/>
          </a:effectRef>
          <a:fontRef idx="minor">
            <a:schemeClr val="tx1"/>
          </a:fontRef>
        </p:style>
      </p:cxnSp>
      <p:cxnSp>
        <p:nvCxnSpPr>
          <p:cNvPr id="28" name="Connecteur droit 27">
            <a:extLst>
              <a:ext uri="{FF2B5EF4-FFF2-40B4-BE49-F238E27FC236}">
                <a16:creationId xmlns:a16="http://schemas.microsoft.com/office/drawing/2014/main" id="{10B39CE6-F414-E073-5F3D-3547B874F7A2}"/>
              </a:ext>
            </a:extLst>
          </p:cNvPr>
          <p:cNvCxnSpPr>
            <a:cxnSpLocks/>
          </p:cNvCxnSpPr>
          <p:nvPr userDrawn="1"/>
        </p:nvCxnSpPr>
        <p:spPr>
          <a:xfrm>
            <a:off x="788988" y="4887863"/>
            <a:ext cx="0" cy="685695"/>
          </a:xfrm>
          <a:prstGeom prst="line">
            <a:avLst/>
          </a:prstGeom>
          <a:ln w="57150">
            <a:solidFill>
              <a:schemeClr val="accent3"/>
            </a:solidFill>
          </a:ln>
        </p:spPr>
        <p:style>
          <a:lnRef idx="1">
            <a:schemeClr val="accent5"/>
          </a:lnRef>
          <a:fillRef idx="0">
            <a:schemeClr val="accent5"/>
          </a:fillRef>
          <a:effectRef idx="0">
            <a:schemeClr val="accent5"/>
          </a:effectRef>
          <a:fontRef idx="minor">
            <a:schemeClr val="tx1"/>
          </a:fontRef>
        </p:style>
      </p:cxnSp>
      <p:sp>
        <p:nvSpPr>
          <p:cNvPr id="29" name="Rectangle : coins arrondis 28">
            <a:extLst>
              <a:ext uri="{FF2B5EF4-FFF2-40B4-BE49-F238E27FC236}">
                <a16:creationId xmlns:a16="http://schemas.microsoft.com/office/drawing/2014/main" id="{18937BF8-4DBE-22F9-D5DC-109E07B389F9}"/>
              </a:ext>
            </a:extLst>
          </p:cNvPr>
          <p:cNvSpPr/>
          <p:nvPr userDrawn="1"/>
        </p:nvSpPr>
        <p:spPr>
          <a:xfrm>
            <a:off x="7418716" y="1376020"/>
            <a:ext cx="4511981" cy="4806500"/>
          </a:xfrm>
          <a:prstGeom prst="roundRect">
            <a:avLst>
              <a:gd name="adj" fmla="val 2710"/>
            </a:avLst>
          </a:prstGeom>
          <a:solidFill>
            <a:schemeClr val="accent3">
              <a:lumMod val="20000"/>
              <a:lumOff val="80000"/>
            </a:schemeClr>
          </a:solidFill>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38BDA153-13C7-5784-058D-DC599A60F1F2}"/>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
        <p:nvSpPr>
          <p:cNvPr id="2" name="Shape 2550">
            <a:extLst>
              <a:ext uri="{FF2B5EF4-FFF2-40B4-BE49-F238E27FC236}">
                <a16:creationId xmlns:a16="http://schemas.microsoft.com/office/drawing/2014/main" id="{E3BBE564-42A2-DB0D-B318-D7A4E45A066A}"/>
              </a:ext>
            </a:extLst>
          </p:cNvPr>
          <p:cNvSpPr/>
          <p:nvPr userDrawn="1"/>
        </p:nvSpPr>
        <p:spPr>
          <a:xfrm>
            <a:off x="301297" y="1382572"/>
            <a:ext cx="312533" cy="349391"/>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chemeClr val="accent3"/>
          </a:solidFill>
          <a:ln w="12700">
            <a:solidFill>
              <a:schemeClr val="accent3"/>
            </a:solidFill>
            <a:miter lim="400000"/>
          </a:ln>
        </p:spPr>
        <p:txBody>
          <a:bodyPr lIns="14284" tIns="14284" rIns="14284" bIns="14284" anchor="ctr"/>
          <a:lstStyle/>
          <a:p>
            <a:pPr defTabSz="171399" eaLnBrk="1" hangingPunct="1">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solidFill>
                <a:srgbClr val="FFFFFF"/>
              </a:solidFill>
              <a:effectLst>
                <a:outerShdw blurRad="38100" dist="12700" dir="5400000" rotWithShape="0">
                  <a:srgbClr val="000000">
                    <a:alpha val="50000"/>
                  </a:srgbClr>
                </a:outerShdw>
              </a:effectLst>
              <a:latin typeface="Gill Sans"/>
              <a:ea typeface="Calibri" charset="0"/>
              <a:cs typeface="Calibri" charset="0"/>
              <a:sym typeface="Gill Sans"/>
            </a:endParaRPr>
          </a:p>
        </p:txBody>
      </p:sp>
      <p:sp>
        <p:nvSpPr>
          <p:cNvPr id="8" name="Freeform 97">
            <a:extLst>
              <a:ext uri="{FF2B5EF4-FFF2-40B4-BE49-F238E27FC236}">
                <a16:creationId xmlns:a16="http://schemas.microsoft.com/office/drawing/2014/main" id="{1AC8A69D-9705-F466-B5E8-A053F618411E}"/>
              </a:ext>
            </a:extLst>
          </p:cNvPr>
          <p:cNvSpPr>
            <a:spLocks noChangeArrowheads="1"/>
          </p:cNvSpPr>
          <p:nvPr userDrawn="1"/>
        </p:nvSpPr>
        <p:spPr bwMode="auto">
          <a:xfrm>
            <a:off x="289382" y="2839177"/>
            <a:ext cx="312533" cy="341999"/>
          </a:xfrm>
          <a:custGeom>
            <a:avLst/>
            <a:gdLst>
              <a:gd name="T0" fmla="*/ 383 w 472"/>
              <a:gd name="T1" fmla="*/ 309 h 501"/>
              <a:gd name="T2" fmla="*/ 383 w 472"/>
              <a:gd name="T3" fmla="*/ 309 h 501"/>
              <a:gd name="T4" fmla="*/ 295 w 472"/>
              <a:gd name="T5" fmla="*/ 353 h 501"/>
              <a:gd name="T6" fmla="*/ 192 w 472"/>
              <a:gd name="T7" fmla="*/ 294 h 501"/>
              <a:gd name="T8" fmla="*/ 206 w 472"/>
              <a:gd name="T9" fmla="*/ 250 h 501"/>
              <a:gd name="T10" fmla="*/ 192 w 472"/>
              <a:gd name="T11" fmla="*/ 221 h 501"/>
              <a:gd name="T12" fmla="*/ 310 w 472"/>
              <a:gd name="T13" fmla="*/ 162 h 501"/>
              <a:gd name="T14" fmla="*/ 383 w 472"/>
              <a:gd name="T15" fmla="*/ 191 h 501"/>
              <a:gd name="T16" fmla="*/ 471 w 472"/>
              <a:gd name="T17" fmla="*/ 88 h 501"/>
              <a:gd name="T18" fmla="*/ 383 w 472"/>
              <a:gd name="T19" fmla="*/ 0 h 501"/>
              <a:gd name="T20" fmla="*/ 280 w 472"/>
              <a:gd name="T21" fmla="*/ 88 h 501"/>
              <a:gd name="T22" fmla="*/ 280 w 472"/>
              <a:gd name="T23" fmla="*/ 117 h 501"/>
              <a:gd name="T24" fmla="*/ 177 w 472"/>
              <a:gd name="T25" fmla="*/ 176 h 501"/>
              <a:gd name="T26" fmla="*/ 103 w 472"/>
              <a:gd name="T27" fmla="*/ 147 h 501"/>
              <a:gd name="T28" fmla="*/ 0 w 472"/>
              <a:gd name="T29" fmla="*/ 250 h 501"/>
              <a:gd name="T30" fmla="*/ 103 w 472"/>
              <a:gd name="T31" fmla="*/ 353 h 501"/>
              <a:gd name="T32" fmla="*/ 162 w 472"/>
              <a:gd name="T33" fmla="*/ 323 h 501"/>
              <a:gd name="T34" fmla="*/ 162 w 472"/>
              <a:gd name="T35" fmla="*/ 323 h 501"/>
              <a:gd name="T36" fmla="*/ 280 w 472"/>
              <a:gd name="T37" fmla="*/ 397 h 501"/>
              <a:gd name="T38" fmla="*/ 280 w 472"/>
              <a:gd name="T39" fmla="*/ 412 h 501"/>
              <a:gd name="T40" fmla="*/ 383 w 472"/>
              <a:gd name="T41" fmla="*/ 500 h 501"/>
              <a:gd name="T42" fmla="*/ 471 w 472"/>
              <a:gd name="T43" fmla="*/ 412 h 501"/>
              <a:gd name="T44" fmla="*/ 383 w 472"/>
              <a:gd name="T45" fmla="*/ 309 h 501"/>
              <a:gd name="T46" fmla="*/ 383 w 472"/>
              <a:gd name="T47" fmla="*/ 29 h 501"/>
              <a:gd name="T48" fmla="*/ 383 w 472"/>
              <a:gd name="T49" fmla="*/ 29 h 501"/>
              <a:gd name="T50" fmla="*/ 442 w 472"/>
              <a:gd name="T51" fmla="*/ 88 h 501"/>
              <a:gd name="T52" fmla="*/ 383 w 472"/>
              <a:gd name="T53" fmla="*/ 147 h 501"/>
              <a:gd name="T54" fmla="*/ 324 w 472"/>
              <a:gd name="T55" fmla="*/ 88 h 501"/>
              <a:gd name="T56" fmla="*/ 383 w 472"/>
              <a:gd name="T57" fmla="*/ 29 h 501"/>
              <a:gd name="T58" fmla="*/ 103 w 472"/>
              <a:gd name="T59" fmla="*/ 309 h 501"/>
              <a:gd name="T60" fmla="*/ 103 w 472"/>
              <a:gd name="T61" fmla="*/ 309 h 501"/>
              <a:gd name="T62" fmla="*/ 44 w 472"/>
              <a:gd name="T63" fmla="*/ 250 h 501"/>
              <a:gd name="T64" fmla="*/ 103 w 472"/>
              <a:gd name="T65" fmla="*/ 191 h 501"/>
              <a:gd name="T66" fmla="*/ 162 w 472"/>
              <a:gd name="T67" fmla="*/ 250 h 501"/>
              <a:gd name="T68" fmla="*/ 103 w 472"/>
              <a:gd name="T69" fmla="*/ 309 h 501"/>
              <a:gd name="T70" fmla="*/ 383 w 472"/>
              <a:gd name="T71" fmla="*/ 471 h 501"/>
              <a:gd name="T72" fmla="*/ 383 w 472"/>
              <a:gd name="T73" fmla="*/ 471 h 501"/>
              <a:gd name="T74" fmla="*/ 324 w 472"/>
              <a:gd name="T75" fmla="*/ 412 h 501"/>
              <a:gd name="T76" fmla="*/ 383 w 472"/>
              <a:gd name="T77" fmla="*/ 353 h 501"/>
              <a:gd name="T78" fmla="*/ 442 w 472"/>
              <a:gd name="T79" fmla="*/ 412 h 501"/>
              <a:gd name="T80" fmla="*/ 383 w 472"/>
              <a:gd name="T81" fmla="*/ 47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72" h="501">
                <a:moveTo>
                  <a:pt x="383" y="309"/>
                </a:moveTo>
                <a:lnTo>
                  <a:pt x="383" y="309"/>
                </a:lnTo>
                <a:cubicBezTo>
                  <a:pt x="339" y="309"/>
                  <a:pt x="310" y="323"/>
                  <a:pt x="295" y="353"/>
                </a:cubicBezTo>
                <a:cubicBezTo>
                  <a:pt x="192" y="294"/>
                  <a:pt x="192" y="294"/>
                  <a:pt x="192" y="294"/>
                </a:cubicBezTo>
                <a:cubicBezTo>
                  <a:pt x="192" y="280"/>
                  <a:pt x="206" y="264"/>
                  <a:pt x="206" y="250"/>
                </a:cubicBezTo>
                <a:cubicBezTo>
                  <a:pt x="206" y="235"/>
                  <a:pt x="206" y="235"/>
                  <a:pt x="192" y="221"/>
                </a:cubicBezTo>
                <a:cubicBezTo>
                  <a:pt x="310" y="162"/>
                  <a:pt x="310" y="162"/>
                  <a:pt x="310" y="162"/>
                </a:cubicBezTo>
                <a:cubicBezTo>
                  <a:pt x="324" y="176"/>
                  <a:pt x="353" y="191"/>
                  <a:pt x="383" y="191"/>
                </a:cubicBezTo>
                <a:cubicBezTo>
                  <a:pt x="427" y="191"/>
                  <a:pt x="471" y="147"/>
                  <a:pt x="471" y="88"/>
                </a:cubicBezTo>
                <a:cubicBezTo>
                  <a:pt x="471" y="44"/>
                  <a:pt x="427" y="0"/>
                  <a:pt x="383" y="0"/>
                </a:cubicBezTo>
                <a:cubicBezTo>
                  <a:pt x="324" y="0"/>
                  <a:pt x="280" y="44"/>
                  <a:pt x="280" y="88"/>
                </a:cubicBezTo>
                <a:cubicBezTo>
                  <a:pt x="280" y="103"/>
                  <a:pt x="280" y="117"/>
                  <a:pt x="280" y="117"/>
                </a:cubicBezTo>
                <a:cubicBezTo>
                  <a:pt x="177" y="176"/>
                  <a:pt x="177" y="176"/>
                  <a:pt x="177" y="176"/>
                </a:cubicBezTo>
                <a:cubicBezTo>
                  <a:pt x="162" y="162"/>
                  <a:pt x="133" y="147"/>
                  <a:pt x="103" y="147"/>
                </a:cubicBezTo>
                <a:cubicBezTo>
                  <a:pt x="44" y="147"/>
                  <a:pt x="0" y="191"/>
                  <a:pt x="0" y="250"/>
                </a:cubicBezTo>
                <a:cubicBezTo>
                  <a:pt x="0" y="309"/>
                  <a:pt x="44" y="353"/>
                  <a:pt x="103" y="353"/>
                </a:cubicBezTo>
                <a:cubicBezTo>
                  <a:pt x="133" y="353"/>
                  <a:pt x="148" y="338"/>
                  <a:pt x="162" y="323"/>
                </a:cubicBezTo>
                <a:lnTo>
                  <a:pt x="162" y="323"/>
                </a:lnTo>
                <a:cubicBezTo>
                  <a:pt x="280" y="397"/>
                  <a:pt x="280" y="397"/>
                  <a:pt x="280" y="397"/>
                </a:cubicBezTo>
                <a:cubicBezTo>
                  <a:pt x="280" y="397"/>
                  <a:pt x="280" y="397"/>
                  <a:pt x="280" y="412"/>
                </a:cubicBezTo>
                <a:cubicBezTo>
                  <a:pt x="280" y="456"/>
                  <a:pt x="324" y="500"/>
                  <a:pt x="383" y="500"/>
                </a:cubicBezTo>
                <a:cubicBezTo>
                  <a:pt x="427" y="500"/>
                  <a:pt x="471" y="456"/>
                  <a:pt x="471" y="412"/>
                </a:cubicBezTo>
                <a:cubicBezTo>
                  <a:pt x="471" y="353"/>
                  <a:pt x="427" y="309"/>
                  <a:pt x="383" y="309"/>
                </a:cubicBezTo>
                <a:close/>
                <a:moveTo>
                  <a:pt x="383" y="29"/>
                </a:moveTo>
                <a:lnTo>
                  <a:pt x="383" y="29"/>
                </a:lnTo>
                <a:cubicBezTo>
                  <a:pt x="412" y="29"/>
                  <a:pt x="442" y="59"/>
                  <a:pt x="442" y="88"/>
                </a:cubicBezTo>
                <a:cubicBezTo>
                  <a:pt x="442" y="132"/>
                  <a:pt x="412" y="147"/>
                  <a:pt x="383" y="147"/>
                </a:cubicBezTo>
                <a:cubicBezTo>
                  <a:pt x="339" y="147"/>
                  <a:pt x="324" y="132"/>
                  <a:pt x="324" y="88"/>
                </a:cubicBezTo>
                <a:cubicBezTo>
                  <a:pt x="324" y="59"/>
                  <a:pt x="339" y="29"/>
                  <a:pt x="383" y="29"/>
                </a:cubicBezTo>
                <a:close/>
                <a:moveTo>
                  <a:pt x="103" y="309"/>
                </a:moveTo>
                <a:lnTo>
                  <a:pt x="103" y="309"/>
                </a:lnTo>
                <a:cubicBezTo>
                  <a:pt x="74" y="309"/>
                  <a:pt x="44" y="280"/>
                  <a:pt x="44" y="250"/>
                </a:cubicBezTo>
                <a:cubicBezTo>
                  <a:pt x="44" y="221"/>
                  <a:pt x="74" y="191"/>
                  <a:pt x="103" y="191"/>
                </a:cubicBezTo>
                <a:cubicBezTo>
                  <a:pt x="133" y="191"/>
                  <a:pt x="162" y="221"/>
                  <a:pt x="162" y="250"/>
                </a:cubicBezTo>
                <a:cubicBezTo>
                  <a:pt x="162" y="280"/>
                  <a:pt x="133" y="309"/>
                  <a:pt x="103" y="309"/>
                </a:cubicBezTo>
                <a:close/>
                <a:moveTo>
                  <a:pt x="383" y="471"/>
                </a:moveTo>
                <a:lnTo>
                  <a:pt x="383" y="471"/>
                </a:lnTo>
                <a:cubicBezTo>
                  <a:pt x="339" y="471"/>
                  <a:pt x="324" y="441"/>
                  <a:pt x="324" y="412"/>
                </a:cubicBezTo>
                <a:cubicBezTo>
                  <a:pt x="324" y="368"/>
                  <a:pt x="339" y="353"/>
                  <a:pt x="383" y="353"/>
                </a:cubicBezTo>
                <a:cubicBezTo>
                  <a:pt x="412" y="353"/>
                  <a:pt x="442" y="368"/>
                  <a:pt x="442" y="412"/>
                </a:cubicBezTo>
                <a:cubicBezTo>
                  <a:pt x="442" y="441"/>
                  <a:pt x="412" y="471"/>
                  <a:pt x="383" y="471"/>
                </a:cubicBezTo>
                <a:close/>
              </a:path>
            </a:pathLst>
          </a:custGeom>
          <a:solidFill>
            <a:schemeClr val="accent3"/>
          </a:solidFill>
          <a:ln>
            <a:solidFill>
              <a:schemeClr val="accent3"/>
            </a:solidFill>
          </a:ln>
          <a:effectLst/>
          <a:extLst>
            <a:ext uri="{91240B29-F687-4f45-9708-019B960494DF}"/>
            <a:ext uri="{AF507438-7753-43e0-B8FC-AC1667EBCBE1}"/>
          </a:extLst>
        </p:spPr>
        <p:txBody>
          <a:bodyPr wrap="none" anchor="ctr"/>
          <a:lstStyle/>
          <a:p>
            <a:pPr eaLnBrk="1" fontAlgn="auto" hangingPunct="1">
              <a:spcBef>
                <a:spcPts val="0"/>
              </a:spcBef>
              <a:spcAft>
                <a:spcPts val="0"/>
              </a:spcAft>
              <a:defRPr/>
            </a:pPr>
            <a:endParaRPr lang="en-US">
              <a:latin typeface="+mn-lt"/>
              <a:ea typeface="+mn-ea"/>
            </a:endParaRPr>
          </a:p>
        </p:txBody>
      </p:sp>
      <p:sp>
        <p:nvSpPr>
          <p:cNvPr id="9" name="Freeform 166">
            <a:extLst>
              <a:ext uri="{FF2B5EF4-FFF2-40B4-BE49-F238E27FC236}">
                <a16:creationId xmlns:a16="http://schemas.microsoft.com/office/drawing/2014/main" id="{0AE0E3A9-6A0C-51F2-C851-E0D0AD9CE63C}"/>
              </a:ext>
            </a:extLst>
          </p:cNvPr>
          <p:cNvSpPr>
            <a:spLocks noChangeArrowheads="1"/>
          </p:cNvSpPr>
          <p:nvPr userDrawn="1"/>
        </p:nvSpPr>
        <p:spPr bwMode="auto">
          <a:xfrm>
            <a:off x="301297" y="4894430"/>
            <a:ext cx="312533" cy="340544"/>
          </a:xfrm>
          <a:custGeom>
            <a:avLst/>
            <a:gdLst>
              <a:gd name="T0" fmla="*/ 371 w 390"/>
              <a:gd name="T1" fmla="*/ 0 h 445"/>
              <a:gd name="T2" fmla="*/ 371 w 390"/>
              <a:gd name="T3" fmla="*/ 0 h 445"/>
              <a:gd name="T4" fmla="*/ 310 w 390"/>
              <a:gd name="T5" fmla="*/ 0 h 445"/>
              <a:gd name="T6" fmla="*/ 292 w 390"/>
              <a:gd name="T7" fmla="*/ 28 h 445"/>
              <a:gd name="T8" fmla="*/ 292 w 390"/>
              <a:gd name="T9" fmla="*/ 444 h 445"/>
              <a:gd name="T10" fmla="*/ 389 w 390"/>
              <a:gd name="T11" fmla="*/ 444 h 445"/>
              <a:gd name="T12" fmla="*/ 389 w 390"/>
              <a:gd name="T13" fmla="*/ 28 h 445"/>
              <a:gd name="T14" fmla="*/ 371 w 390"/>
              <a:gd name="T15" fmla="*/ 0 h 445"/>
              <a:gd name="T16" fmla="*/ 221 w 390"/>
              <a:gd name="T17" fmla="*/ 151 h 445"/>
              <a:gd name="T18" fmla="*/ 221 w 390"/>
              <a:gd name="T19" fmla="*/ 151 h 445"/>
              <a:gd name="T20" fmla="*/ 168 w 390"/>
              <a:gd name="T21" fmla="*/ 151 h 445"/>
              <a:gd name="T22" fmla="*/ 141 w 390"/>
              <a:gd name="T23" fmla="*/ 178 h 445"/>
              <a:gd name="T24" fmla="*/ 141 w 390"/>
              <a:gd name="T25" fmla="*/ 444 h 445"/>
              <a:gd name="T26" fmla="*/ 248 w 390"/>
              <a:gd name="T27" fmla="*/ 444 h 445"/>
              <a:gd name="T28" fmla="*/ 248 w 390"/>
              <a:gd name="T29" fmla="*/ 178 h 445"/>
              <a:gd name="T30" fmla="*/ 221 w 390"/>
              <a:gd name="T31" fmla="*/ 151 h 445"/>
              <a:gd name="T32" fmla="*/ 70 w 390"/>
              <a:gd name="T33" fmla="*/ 302 h 445"/>
              <a:gd name="T34" fmla="*/ 70 w 390"/>
              <a:gd name="T35" fmla="*/ 302 h 445"/>
              <a:gd name="T36" fmla="*/ 17 w 390"/>
              <a:gd name="T37" fmla="*/ 302 h 445"/>
              <a:gd name="T38" fmla="*/ 0 w 390"/>
              <a:gd name="T39" fmla="*/ 319 h 445"/>
              <a:gd name="T40" fmla="*/ 0 w 390"/>
              <a:gd name="T41" fmla="*/ 444 h 445"/>
              <a:gd name="T42" fmla="*/ 97 w 390"/>
              <a:gd name="T43" fmla="*/ 444 h 445"/>
              <a:gd name="T44" fmla="*/ 97 w 390"/>
              <a:gd name="T45" fmla="*/ 319 h 445"/>
              <a:gd name="T46" fmla="*/ 70 w 390"/>
              <a:gd name="T47" fmla="*/ 302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0" h="445">
                <a:moveTo>
                  <a:pt x="371" y="0"/>
                </a:moveTo>
                <a:lnTo>
                  <a:pt x="371" y="0"/>
                </a:lnTo>
                <a:cubicBezTo>
                  <a:pt x="310" y="0"/>
                  <a:pt x="310" y="0"/>
                  <a:pt x="310" y="0"/>
                </a:cubicBezTo>
                <a:cubicBezTo>
                  <a:pt x="301" y="0"/>
                  <a:pt x="292" y="10"/>
                  <a:pt x="292" y="28"/>
                </a:cubicBezTo>
                <a:cubicBezTo>
                  <a:pt x="292" y="444"/>
                  <a:pt x="292" y="444"/>
                  <a:pt x="292" y="444"/>
                </a:cubicBezTo>
                <a:cubicBezTo>
                  <a:pt x="389" y="444"/>
                  <a:pt x="389" y="444"/>
                  <a:pt x="389" y="444"/>
                </a:cubicBezTo>
                <a:cubicBezTo>
                  <a:pt x="389" y="28"/>
                  <a:pt x="389" y="28"/>
                  <a:pt x="389" y="28"/>
                </a:cubicBezTo>
                <a:cubicBezTo>
                  <a:pt x="389" y="10"/>
                  <a:pt x="380" y="0"/>
                  <a:pt x="371" y="0"/>
                </a:cubicBezTo>
                <a:close/>
                <a:moveTo>
                  <a:pt x="221" y="151"/>
                </a:moveTo>
                <a:lnTo>
                  <a:pt x="221" y="151"/>
                </a:lnTo>
                <a:cubicBezTo>
                  <a:pt x="168" y="151"/>
                  <a:pt x="168" y="151"/>
                  <a:pt x="168" y="151"/>
                </a:cubicBezTo>
                <a:cubicBezTo>
                  <a:pt x="150" y="151"/>
                  <a:pt x="141" y="160"/>
                  <a:pt x="141" y="178"/>
                </a:cubicBezTo>
                <a:cubicBezTo>
                  <a:pt x="141" y="444"/>
                  <a:pt x="141" y="444"/>
                  <a:pt x="141" y="444"/>
                </a:cubicBezTo>
                <a:cubicBezTo>
                  <a:pt x="248" y="444"/>
                  <a:pt x="248" y="444"/>
                  <a:pt x="248" y="444"/>
                </a:cubicBezTo>
                <a:cubicBezTo>
                  <a:pt x="248" y="178"/>
                  <a:pt x="248" y="178"/>
                  <a:pt x="248" y="178"/>
                </a:cubicBezTo>
                <a:cubicBezTo>
                  <a:pt x="248" y="160"/>
                  <a:pt x="230" y="151"/>
                  <a:pt x="221" y="151"/>
                </a:cubicBezTo>
                <a:close/>
                <a:moveTo>
                  <a:pt x="70" y="302"/>
                </a:moveTo>
                <a:lnTo>
                  <a:pt x="70" y="302"/>
                </a:lnTo>
                <a:cubicBezTo>
                  <a:pt x="17" y="302"/>
                  <a:pt x="17" y="302"/>
                  <a:pt x="17" y="302"/>
                </a:cubicBezTo>
                <a:cubicBezTo>
                  <a:pt x="0" y="302"/>
                  <a:pt x="0" y="310"/>
                  <a:pt x="0" y="319"/>
                </a:cubicBezTo>
                <a:cubicBezTo>
                  <a:pt x="0" y="444"/>
                  <a:pt x="0" y="444"/>
                  <a:pt x="0" y="444"/>
                </a:cubicBezTo>
                <a:cubicBezTo>
                  <a:pt x="97" y="444"/>
                  <a:pt x="97" y="444"/>
                  <a:pt x="97" y="444"/>
                </a:cubicBezTo>
                <a:cubicBezTo>
                  <a:pt x="97" y="319"/>
                  <a:pt x="97" y="319"/>
                  <a:pt x="97" y="319"/>
                </a:cubicBezTo>
                <a:cubicBezTo>
                  <a:pt x="97" y="310"/>
                  <a:pt x="88" y="302"/>
                  <a:pt x="70" y="302"/>
                </a:cubicBezTo>
                <a:close/>
              </a:path>
            </a:pathLst>
          </a:custGeom>
          <a:solidFill>
            <a:schemeClr val="accent3"/>
          </a:solidFill>
          <a:ln>
            <a:solidFill>
              <a:schemeClr val="accent3"/>
            </a:solidFill>
          </a:ln>
          <a:effectLst/>
          <a:extLst>
            <a:ext uri="{91240B29-F687-4f45-9708-019B960494DF}"/>
            <a:ext uri="{AF507438-7753-43e0-B8FC-AC1667EBCBE1}"/>
          </a:ex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 name="ZoneTexte 9">
            <a:extLst>
              <a:ext uri="{FF2B5EF4-FFF2-40B4-BE49-F238E27FC236}">
                <a16:creationId xmlns:a16="http://schemas.microsoft.com/office/drawing/2014/main" id="{6E91C181-CE0E-149F-C844-77FA94484175}"/>
              </a:ext>
            </a:extLst>
          </p:cNvPr>
          <p:cNvSpPr txBox="1"/>
          <p:nvPr userDrawn="1"/>
        </p:nvSpPr>
        <p:spPr>
          <a:xfrm>
            <a:off x="788988" y="1373264"/>
            <a:ext cx="1075936"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chemeClr val="accent3"/>
                </a:solidFill>
              </a:rPr>
              <a:t>Le besoin</a:t>
            </a:r>
          </a:p>
        </p:txBody>
      </p:sp>
      <p:sp>
        <p:nvSpPr>
          <p:cNvPr id="11" name="ZoneTexte 10">
            <a:extLst>
              <a:ext uri="{FF2B5EF4-FFF2-40B4-BE49-F238E27FC236}">
                <a16:creationId xmlns:a16="http://schemas.microsoft.com/office/drawing/2014/main" id="{98462C82-D864-5F9B-A17C-279C62B974D0}"/>
              </a:ext>
            </a:extLst>
          </p:cNvPr>
          <p:cNvSpPr txBox="1"/>
          <p:nvPr userDrawn="1"/>
        </p:nvSpPr>
        <p:spPr>
          <a:xfrm>
            <a:off x="788988" y="2858940"/>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chemeClr val="accent3"/>
                </a:solidFill>
              </a:rPr>
              <a:t>Notre approche </a:t>
            </a:r>
          </a:p>
        </p:txBody>
      </p:sp>
      <p:sp>
        <p:nvSpPr>
          <p:cNvPr id="12" name="ZoneTexte 11">
            <a:extLst>
              <a:ext uri="{FF2B5EF4-FFF2-40B4-BE49-F238E27FC236}">
                <a16:creationId xmlns:a16="http://schemas.microsoft.com/office/drawing/2014/main" id="{A249D35D-DE22-6807-792D-3B63D3867E41}"/>
              </a:ext>
            </a:extLst>
          </p:cNvPr>
          <p:cNvSpPr txBox="1"/>
          <p:nvPr userDrawn="1"/>
        </p:nvSpPr>
        <p:spPr>
          <a:xfrm>
            <a:off x="788988" y="4892882"/>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chemeClr val="accent3"/>
                </a:solidFill>
              </a:rPr>
              <a:t>Les résultats</a:t>
            </a:r>
          </a:p>
        </p:txBody>
      </p:sp>
    </p:spTree>
    <p:extLst>
      <p:ext uri="{BB962C8B-B14F-4D97-AF65-F5344CB8AC3E}">
        <p14:creationId xmlns:p14="http://schemas.microsoft.com/office/powerpoint/2010/main" val="32368472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age de fin">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D397D66B-9911-5E07-B7C0-4F5898FE5ABB}"/>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4792853" y="1620831"/>
            <a:ext cx="2606294" cy="3227324"/>
          </a:xfrm>
          <a:prstGeom prst="rect">
            <a:avLst/>
          </a:prstGeom>
        </p:spPr>
      </p:pic>
      <p:sp>
        <p:nvSpPr>
          <p:cNvPr id="12" name="ZoneTexte 11">
            <a:extLst>
              <a:ext uri="{FF2B5EF4-FFF2-40B4-BE49-F238E27FC236}">
                <a16:creationId xmlns:a16="http://schemas.microsoft.com/office/drawing/2014/main" id="{99FE2B1E-4523-DBB5-EE33-00AD5FF8460F}"/>
              </a:ext>
            </a:extLst>
          </p:cNvPr>
          <p:cNvSpPr txBox="1"/>
          <p:nvPr userDrawn="1"/>
        </p:nvSpPr>
        <p:spPr>
          <a:xfrm>
            <a:off x="4604244" y="6369634"/>
            <a:ext cx="2983510" cy="400110"/>
          </a:xfrm>
          <a:prstGeom prst="rect">
            <a:avLst/>
          </a:prstGeom>
          <a:noFill/>
        </p:spPr>
        <p:txBody>
          <a:bodyPr wrap="none" rtlCol="0">
            <a:spAutoFit/>
          </a:bodyPr>
          <a:lstStyle/>
          <a:p>
            <a:pPr algn="ctr"/>
            <a:r>
              <a:rPr lang="fr-FR" sz="2000" dirty="0">
                <a:solidFill>
                  <a:schemeClr val="tx1"/>
                </a:solidFill>
                <a:latin typeface="Barlow" panose="00000500000000000000" pitchFamily="2" charset="0"/>
              </a:rPr>
              <a:t>www.quadratic-labs.com</a:t>
            </a:r>
          </a:p>
        </p:txBody>
      </p:sp>
    </p:spTree>
    <p:extLst>
      <p:ext uri="{BB962C8B-B14F-4D97-AF65-F5344CB8AC3E}">
        <p14:creationId xmlns:p14="http://schemas.microsoft.com/office/powerpoint/2010/main" val="36641431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en tête section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7" name="Image 6">
            <a:extLst>
              <a:ext uri="{FF2B5EF4-FFF2-40B4-BE49-F238E27FC236}">
                <a16:creationId xmlns:a16="http://schemas.microsoft.com/office/drawing/2014/main" id="{21A505E3-CAC3-9D14-2310-3B9E5E5DE7F5}"/>
              </a:ext>
            </a:extLst>
          </p:cNvPr>
          <p:cNvPicPr>
            <a:picLocks noChangeAspect="1"/>
          </p:cNvPicPr>
          <p:nvPr userDrawn="1"/>
        </p:nvPicPr>
        <p:blipFill>
          <a:blip r:embed="rId2">
            <a:duotone>
              <a:prstClr val="black"/>
              <a:schemeClr val="accent4">
                <a:tint val="45000"/>
                <a:satMod val="400000"/>
              </a:schemeClr>
            </a:duotone>
          </a:blip>
          <a:stretch>
            <a:fillRect/>
          </a:stretch>
        </p:blipFill>
        <p:spPr>
          <a:xfrm>
            <a:off x="0" y="650874"/>
            <a:ext cx="4377908" cy="4377908"/>
          </a:xfrm>
          <a:prstGeom prst="rect">
            <a:avLst/>
          </a:prstGeom>
        </p:spPr>
      </p:pic>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3">
            <a:duotone>
              <a:prstClr val="black"/>
              <a:schemeClr val="accent4">
                <a:tint val="45000"/>
                <a:satMod val="400000"/>
              </a:schemeClr>
            </a:duotone>
          </a:blip>
          <a:stretch>
            <a:fillRect/>
          </a:stretch>
        </p:blipFill>
        <p:spPr>
          <a:xfrm>
            <a:off x="11512365" y="6301212"/>
            <a:ext cx="374834" cy="475399"/>
          </a:xfrm>
          <a:prstGeom prst="rect">
            <a:avLst/>
          </a:prstGeom>
        </p:spPr>
      </p:pic>
      <p:sp>
        <p:nvSpPr>
          <p:cNvPr id="19" name="ZoneTexte 18">
            <a:extLst>
              <a:ext uri="{FF2B5EF4-FFF2-40B4-BE49-F238E27FC236}">
                <a16:creationId xmlns:a16="http://schemas.microsoft.com/office/drawing/2014/main" id="{BE625E3B-0104-4027-D0CF-0BBC92DE7DC1}"/>
              </a:ext>
            </a:extLst>
          </p:cNvPr>
          <p:cNvSpPr txBox="1"/>
          <p:nvPr userDrawn="1"/>
        </p:nvSpPr>
        <p:spPr>
          <a:xfrm>
            <a:off x="9081890"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spTree>
    <p:extLst>
      <p:ext uri="{BB962C8B-B14F-4D97-AF65-F5344CB8AC3E}">
        <p14:creationId xmlns:p14="http://schemas.microsoft.com/office/powerpoint/2010/main" val="1802008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n-tête section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pic>
        <p:nvPicPr>
          <p:cNvPr id="14" name="Image 13">
            <a:extLst>
              <a:ext uri="{FF2B5EF4-FFF2-40B4-BE49-F238E27FC236}">
                <a16:creationId xmlns:a16="http://schemas.microsoft.com/office/drawing/2014/main" id="{1A302BC9-7810-6356-4BA8-70AD1B9E3B14}"/>
              </a:ext>
            </a:extLst>
          </p:cNvPr>
          <p:cNvPicPr>
            <a:picLocks noChangeAspect="1"/>
          </p:cNvPicPr>
          <p:nvPr userDrawn="1"/>
        </p:nvPicPr>
        <p:blipFill>
          <a:blip r:embed="rId2">
            <a:duotone>
              <a:prstClr val="black"/>
              <a:schemeClr val="accent4">
                <a:tint val="45000"/>
                <a:satMod val="400000"/>
              </a:schemeClr>
            </a:duotone>
          </a:blip>
          <a:stretch>
            <a:fillRect/>
          </a:stretch>
        </p:blipFill>
        <p:spPr>
          <a:xfrm>
            <a:off x="11512365" y="6301212"/>
            <a:ext cx="374834" cy="475399"/>
          </a:xfrm>
          <a:prstGeom prst="rect">
            <a:avLst/>
          </a:prstGeom>
        </p:spPr>
      </p:pic>
      <p:sp>
        <p:nvSpPr>
          <p:cNvPr id="19" name="ZoneTexte 18">
            <a:extLst>
              <a:ext uri="{FF2B5EF4-FFF2-40B4-BE49-F238E27FC236}">
                <a16:creationId xmlns:a16="http://schemas.microsoft.com/office/drawing/2014/main" id="{BE625E3B-0104-4027-D0CF-0BBC92DE7DC1}"/>
              </a:ext>
            </a:extLst>
          </p:cNvPr>
          <p:cNvSpPr txBox="1"/>
          <p:nvPr userDrawn="1"/>
        </p:nvSpPr>
        <p:spPr>
          <a:xfrm>
            <a:off x="9081890"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5" name="Image 4">
            <a:extLst>
              <a:ext uri="{FF2B5EF4-FFF2-40B4-BE49-F238E27FC236}">
                <a16:creationId xmlns:a16="http://schemas.microsoft.com/office/drawing/2014/main" id="{3A03DD93-1E3E-EACC-7DD4-AF5196B260E5}"/>
              </a:ext>
            </a:extLst>
          </p:cNvPr>
          <p:cNvPicPr>
            <a:picLocks noChangeAspect="1"/>
          </p:cNvPicPr>
          <p:nvPr userDrawn="1"/>
        </p:nvPicPr>
        <p:blipFill>
          <a:blip r:embed="rId3">
            <a:duotone>
              <a:prstClr val="black"/>
              <a:schemeClr val="accent4">
                <a:tint val="45000"/>
                <a:satMod val="400000"/>
              </a:schemeClr>
            </a:duotone>
          </a:blip>
          <a:stretch>
            <a:fillRect/>
          </a:stretch>
        </p:blipFill>
        <p:spPr>
          <a:xfrm>
            <a:off x="749301" y="650875"/>
            <a:ext cx="3290358" cy="4377907"/>
          </a:xfrm>
          <a:prstGeom prst="rect">
            <a:avLst/>
          </a:prstGeom>
        </p:spPr>
      </p:pic>
    </p:spTree>
    <p:extLst>
      <p:ext uri="{BB962C8B-B14F-4D97-AF65-F5344CB8AC3E}">
        <p14:creationId xmlns:p14="http://schemas.microsoft.com/office/powerpoint/2010/main" val="16008086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n-tête section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EEBE8-7EA5-181E-B2DB-B42DECF44424}"/>
              </a:ext>
            </a:extLst>
          </p:cNvPr>
          <p:cNvSpPr>
            <a:spLocks noGrp="1"/>
          </p:cNvSpPr>
          <p:nvPr>
            <p:ph type="ctrTitle"/>
          </p:nvPr>
        </p:nvSpPr>
        <p:spPr>
          <a:xfrm>
            <a:off x="4377908" y="650875"/>
            <a:ext cx="7509291" cy="1531937"/>
          </a:xfrm>
        </p:spPr>
        <p:txBody>
          <a:bodyPr anchor="b">
            <a:normAutofit/>
          </a:bodyPr>
          <a:lstStyle>
            <a:lvl1pPr algn="l">
              <a:defRPr sz="4000" b="1"/>
            </a:lvl1pPr>
          </a:lstStyle>
          <a:p>
            <a:r>
              <a:rPr lang="fr-FR" dirty="0"/>
              <a:t>Modifiez le style du titre</a:t>
            </a:r>
          </a:p>
        </p:txBody>
      </p:sp>
      <p:sp>
        <p:nvSpPr>
          <p:cNvPr id="3" name="Sous-titre 2">
            <a:extLst>
              <a:ext uri="{FF2B5EF4-FFF2-40B4-BE49-F238E27FC236}">
                <a16:creationId xmlns:a16="http://schemas.microsoft.com/office/drawing/2014/main" id="{26B366FD-010E-4E46-54D4-0A26A57BE3D2}"/>
              </a:ext>
            </a:extLst>
          </p:cNvPr>
          <p:cNvSpPr>
            <a:spLocks noGrp="1"/>
          </p:cNvSpPr>
          <p:nvPr>
            <p:ph type="subTitle" idx="1"/>
          </p:nvPr>
        </p:nvSpPr>
        <p:spPr>
          <a:xfrm>
            <a:off x="4377909" y="2332036"/>
            <a:ext cx="7509291" cy="3969175"/>
          </a:xfrm>
        </p:spPr>
        <p:txBody>
          <a:bodyPr>
            <a:normAutofit/>
          </a:bodyPr>
          <a:lstStyle>
            <a:lvl1pPr marL="342900" indent="-342900" algn="l">
              <a:buFont typeface="Arial" panose="020B0604020202020204" pitchFamily="34" charset="0"/>
              <a:buChar char="•"/>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19" name="ZoneTexte 18">
            <a:extLst>
              <a:ext uri="{FF2B5EF4-FFF2-40B4-BE49-F238E27FC236}">
                <a16:creationId xmlns:a16="http://schemas.microsoft.com/office/drawing/2014/main" id="{BE625E3B-0104-4027-D0CF-0BBC92DE7DC1}"/>
              </a:ext>
            </a:extLst>
          </p:cNvPr>
          <p:cNvSpPr txBox="1"/>
          <p:nvPr userDrawn="1"/>
        </p:nvSpPr>
        <p:spPr>
          <a:xfrm>
            <a:off x="9456725" y="6369634"/>
            <a:ext cx="2430474" cy="338554"/>
          </a:xfrm>
          <a:prstGeom prst="rect">
            <a:avLst/>
          </a:prstGeom>
          <a:noFill/>
        </p:spPr>
        <p:txBody>
          <a:bodyPr wrap="none" rtlCol="0">
            <a:spAutoFit/>
          </a:bodyPr>
          <a:lstStyle/>
          <a:p>
            <a:r>
              <a:rPr lang="fr-FR" sz="1600" dirty="0">
                <a:solidFill>
                  <a:schemeClr val="tx1"/>
                </a:solidFill>
                <a:latin typeface="Barlow" panose="00000500000000000000" pitchFamily="2" charset="0"/>
              </a:rPr>
              <a:t>www.quadratic-labs.com</a:t>
            </a:r>
          </a:p>
        </p:txBody>
      </p:sp>
      <p:pic>
        <p:nvPicPr>
          <p:cNvPr id="6" name="Image 5">
            <a:extLst>
              <a:ext uri="{FF2B5EF4-FFF2-40B4-BE49-F238E27FC236}">
                <a16:creationId xmlns:a16="http://schemas.microsoft.com/office/drawing/2014/main" id="{C98FA8A2-46EA-C4B5-2ED9-00FB69314174}"/>
              </a:ext>
            </a:extLst>
          </p:cNvPr>
          <p:cNvPicPr>
            <a:picLocks noChangeAspect="1"/>
          </p:cNvPicPr>
          <p:nvPr userDrawn="1"/>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411051" y="612461"/>
            <a:ext cx="3538649" cy="4381842"/>
          </a:xfrm>
          <a:prstGeom prst="rect">
            <a:avLst/>
          </a:prstGeom>
        </p:spPr>
      </p:pic>
    </p:spTree>
    <p:extLst>
      <p:ext uri="{BB962C8B-B14F-4D97-AF65-F5344CB8AC3E}">
        <p14:creationId xmlns:p14="http://schemas.microsoft.com/office/powerpoint/2010/main" val="9044694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pic>
        <p:nvPicPr>
          <p:cNvPr id="10" name="Image 9">
            <a:extLst>
              <a:ext uri="{FF2B5EF4-FFF2-40B4-BE49-F238E27FC236}">
                <a16:creationId xmlns:a16="http://schemas.microsoft.com/office/drawing/2014/main" id="{3BA08614-19D5-F1B6-C9B4-41AE0ECDD296}"/>
              </a:ext>
            </a:extLst>
          </p:cNvPr>
          <p:cNvPicPr>
            <a:picLocks noChangeAspect="1"/>
          </p:cNvPicPr>
          <p:nvPr userDrawn="1"/>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23728216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u Standar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A559487-FFAF-9004-049F-02454F246A57}"/>
              </a:ext>
            </a:extLst>
          </p:cNvPr>
          <p:cNvSpPr>
            <a:spLocks noGrp="1"/>
          </p:cNvSpPr>
          <p:nvPr>
            <p:ph idx="1"/>
          </p:nvPr>
        </p:nvSpPr>
        <p:spPr>
          <a:xfrm>
            <a:off x="261303" y="1531088"/>
            <a:ext cx="11669393" cy="4645875"/>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ED2BE8B6-177C-761E-6F1C-F3F02A5F14CD}"/>
              </a:ext>
            </a:extLst>
          </p:cNvPr>
          <p:cNvSpPr>
            <a:spLocks noGrp="1"/>
          </p:cNvSpPr>
          <p:nvPr>
            <p:ph type="dt" sz="half" idx="10"/>
          </p:nvPr>
        </p:nvSpPr>
        <p:spPr>
          <a:xfrm>
            <a:off x="261303" y="6356350"/>
            <a:ext cx="2743200" cy="365125"/>
          </a:xfrm>
        </p:spPr>
        <p:txBody>
          <a:bodyPr/>
          <a:lstStyle/>
          <a:p>
            <a:fld id="{DCF2D877-55A7-4280-9761-FC7FF1D56B23}" type="datetime1">
              <a:rPr lang="fr-FR" smtClean="0"/>
              <a:t>09/01/2024</a:t>
            </a:fld>
            <a:endParaRPr lang="fr-FR"/>
          </a:p>
        </p:txBody>
      </p:sp>
      <p:sp>
        <p:nvSpPr>
          <p:cNvPr id="5" name="Espace réservé du pied de page 4">
            <a:extLst>
              <a:ext uri="{FF2B5EF4-FFF2-40B4-BE49-F238E27FC236}">
                <a16:creationId xmlns:a16="http://schemas.microsoft.com/office/drawing/2014/main" id="{41DC9EA5-1E0E-FDBC-45A1-017B3CD4C2BD}"/>
              </a:ext>
            </a:extLst>
          </p:cNvPr>
          <p:cNvSpPr>
            <a:spLocks noGrp="1"/>
          </p:cNvSpPr>
          <p:nvPr>
            <p:ph type="ftr" sz="quarter" idx="11"/>
          </p:nvPr>
        </p:nvSpPr>
        <p:spPr/>
        <p:txBody>
          <a:body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0CAE3CC8-7DAE-391C-6FD1-A6358755E87F}"/>
              </a:ext>
            </a:extLst>
          </p:cNvPr>
          <p:cNvSpPr>
            <a:spLocks noGrp="1"/>
          </p:cNvSpPr>
          <p:nvPr>
            <p:ph type="sldNum" sz="quarter" idx="12"/>
          </p:nvPr>
        </p:nvSpPr>
        <p:spPr>
          <a:xfrm>
            <a:off x="9187497" y="6356350"/>
            <a:ext cx="2743200" cy="365125"/>
          </a:xfrm>
        </p:spPr>
        <p:txBody>
          <a:bodyPr/>
          <a:lstStyle/>
          <a:p>
            <a:fld id="{41DD7FD0-8CCF-4985-AE30-D6D48D0A42D3}" type="slidenum">
              <a:rPr lang="fr-FR" smtClean="0"/>
              <a:t>‹N°›</a:t>
            </a:fld>
            <a:endParaRPr lang="fr-FR"/>
          </a:p>
        </p:txBody>
      </p:sp>
      <p:sp>
        <p:nvSpPr>
          <p:cNvPr id="7" name="Titre 1">
            <a:extLst>
              <a:ext uri="{FF2B5EF4-FFF2-40B4-BE49-F238E27FC236}">
                <a16:creationId xmlns:a16="http://schemas.microsoft.com/office/drawing/2014/main" id="{FF2E53A6-2456-7D83-32E4-E2D05CBD30C4}"/>
              </a:ext>
            </a:extLst>
          </p:cNvPr>
          <p:cNvSpPr>
            <a:spLocks noGrp="1"/>
          </p:cNvSpPr>
          <p:nvPr>
            <p:ph type="title"/>
          </p:nvPr>
        </p:nvSpPr>
        <p:spPr>
          <a:xfrm>
            <a:off x="1063256" y="226902"/>
            <a:ext cx="10867442" cy="623702"/>
          </a:xfrm>
        </p:spPr>
        <p:txBody>
          <a:bodyPr/>
          <a:lstStyle/>
          <a:p>
            <a:r>
              <a:rPr lang="fr-FR" dirty="0"/>
              <a:t>Modifiez le style du titre</a:t>
            </a:r>
          </a:p>
        </p:txBody>
      </p:sp>
      <p:cxnSp>
        <p:nvCxnSpPr>
          <p:cNvPr id="11" name="Connecteur droit 10">
            <a:extLst>
              <a:ext uri="{FF2B5EF4-FFF2-40B4-BE49-F238E27FC236}">
                <a16:creationId xmlns:a16="http://schemas.microsoft.com/office/drawing/2014/main" id="{9317C058-D8F3-CC27-818C-09DCF165A148}"/>
              </a:ext>
            </a:extLst>
          </p:cNvPr>
          <p:cNvCxnSpPr>
            <a:cxnSpLocks/>
          </p:cNvCxnSpPr>
          <p:nvPr userDrawn="1"/>
        </p:nvCxnSpPr>
        <p:spPr>
          <a:xfrm>
            <a:off x="261303" y="1372378"/>
            <a:ext cx="11669395" cy="0"/>
          </a:xfrm>
          <a:prstGeom prst="line">
            <a:avLst/>
          </a:prstGeom>
          <a:ln w="57150">
            <a:solidFill>
              <a:schemeClr val="accent4"/>
            </a:solidFill>
          </a:ln>
        </p:spPr>
        <p:style>
          <a:lnRef idx="1">
            <a:schemeClr val="accent5"/>
          </a:lnRef>
          <a:fillRef idx="0">
            <a:schemeClr val="accent5"/>
          </a:fillRef>
          <a:effectRef idx="0">
            <a:schemeClr val="accent5"/>
          </a:effectRef>
          <a:fontRef idx="minor">
            <a:schemeClr val="tx1"/>
          </a:fontRef>
        </p:style>
      </p:cxnSp>
      <p:sp>
        <p:nvSpPr>
          <p:cNvPr id="12" name="Espace réservé du texte 9">
            <a:extLst>
              <a:ext uri="{FF2B5EF4-FFF2-40B4-BE49-F238E27FC236}">
                <a16:creationId xmlns:a16="http://schemas.microsoft.com/office/drawing/2014/main" id="{F3D61B73-0515-AA37-7C97-83AECF96DA1E}"/>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pic>
        <p:nvPicPr>
          <p:cNvPr id="8" name="Image 7">
            <a:extLst>
              <a:ext uri="{FF2B5EF4-FFF2-40B4-BE49-F238E27FC236}">
                <a16:creationId xmlns:a16="http://schemas.microsoft.com/office/drawing/2014/main" id="{14710A95-1151-0E93-3B4E-4B0C74EADED0}"/>
              </a:ext>
            </a:extLst>
          </p:cNvPr>
          <p:cNvPicPr>
            <a:picLocks noChangeAspect="1"/>
          </p:cNvPicPr>
          <p:nvPr userDrawn="1"/>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27528881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A90439-E433-1E60-DBD5-0A47D2A54767}"/>
              </a:ext>
            </a:extLst>
          </p:cNvPr>
          <p:cNvSpPr>
            <a:spLocks noGrp="1"/>
          </p:cNvSpPr>
          <p:nvPr>
            <p:ph sz="half" idx="1"/>
          </p:nvPr>
        </p:nvSpPr>
        <p:spPr>
          <a:xfrm>
            <a:off x="237055" y="1520456"/>
            <a:ext cx="5782745" cy="465650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contenu 3">
            <a:extLst>
              <a:ext uri="{FF2B5EF4-FFF2-40B4-BE49-F238E27FC236}">
                <a16:creationId xmlns:a16="http://schemas.microsoft.com/office/drawing/2014/main" id="{B85DA2C1-382A-FDD5-DF0E-FEADFDF4191E}"/>
              </a:ext>
            </a:extLst>
          </p:cNvPr>
          <p:cNvSpPr>
            <a:spLocks noGrp="1"/>
          </p:cNvSpPr>
          <p:nvPr>
            <p:ph sz="half" idx="2"/>
          </p:nvPr>
        </p:nvSpPr>
        <p:spPr>
          <a:xfrm>
            <a:off x="6172200" y="1520456"/>
            <a:ext cx="5758496" cy="465650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e la date 4">
            <a:extLst>
              <a:ext uri="{FF2B5EF4-FFF2-40B4-BE49-F238E27FC236}">
                <a16:creationId xmlns:a16="http://schemas.microsoft.com/office/drawing/2014/main" id="{D4EBE020-139E-FC55-9B9D-E94A4688B6A6}"/>
              </a:ext>
            </a:extLst>
          </p:cNvPr>
          <p:cNvSpPr>
            <a:spLocks noGrp="1"/>
          </p:cNvSpPr>
          <p:nvPr>
            <p:ph type="dt" sz="half" idx="10"/>
          </p:nvPr>
        </p:nvSpPr>
        <p:spPr>
          <a:xfrm>
            <a:off x="237055" y="6356350"/>
            <a:ext cx="2743200" cy="365125"/>
          </a:xfrm>
        </p:spPr>
        <p:txBody>
          <a:bodyPr/>
          <a:lstStyle/>
          <a:p>
            <a:fld id="{D1F58CE8-8F4C-45E8-9484-15E46BADA532}" type="datetime1">
              <a:rPr lang="fr-FR" smtClean="0"/>
              <a:t>09/01/2024</a:t>
            </a:fld>
            <a:endParaRPr lang="fr-FR"/>
          </a:p>
        </p:txBody>
      </p:sp>
      <p:sp>
        <p:nvSpPr>
          <p:cNvPr id="6" name="Espace réservé du pied de page 5">
            <a:extLst>
              <a:ext uri="{FF2B5EF4-FFF2-40B4-BE49-F238E27FC236}">
                <a16:creationId xmlns:a16="http://schemas.microsoft.com/office/drawing/2014/main" id="{BA0059D6-B00E-5053-DE57-A52862B448DF}"/>
              </a:ext>
            </a:extLst>
          </p:cNvPr>
          <p:cNvSpPr>
            <a:spLocks noGrp="1"/>
          </p:cNvSpPr>
          <p:nvPr>
            <p:ph type="ftr" sz="quarter" idx="11"/>
          </p:nvPr>
        </p:nvSpPr>
        <p:spPr/>
        <p:txBody>
          <a:bodyPr/>
          <a:lstStyle/>
          <a:p>
            <a:r>
              <a:rPr lang="fr-FR"/>
              <a:t>Pied de page (copyright, rappel du titre, etc.)</a:t>
            </a:r>
          </a:p>
        </p:txBody>
      </p:sp>
      <p:sp>
        <p:nvSpPr>
          <p:cNvPr id="7" name="Espace réservé du numéro de diapositive 6">
            <a:extLst>
              <a:ext uri="{FF2B5EF4-FFF2-40B4-BE49-F238E27FC236}">
                <a16:creationId xmlns:a16="http://schemas.microsoft.com/office/drawing/2014/main" id="{8A3605E4-186E-761D-AFC2-2E75FDA7FFBE}"/>
              </a:ext>
            </a:extLst>
          </p:cNvPr>
          <p:cNvSpPr>
            <a:spLocks noGrp="1"/>
          </p:cNvSpPr>
          <p:nvPr>
            <p:ph type="sldNum" sz="quarter" idx="12"/>
          </p:nvPr>
        </p:nvSpPr>
        <p:spPr>
          <a:xfrm>
            <a:off x="9187496" y="6356350"/>
            <a:ext cx="2743200" cy="365125"/>
          </a:xfrm>
        </p:spPr>
        <p:txBody>
          <a:bodyPr/>
          <a:lstStyle/>
          <a:p>
            <a:fld id="{41DD7FD0-8CCF-4985-AE30-D6D48D0A42D3}" type="slidenum">
              <a:rPr lang="fr-FR" smtClean="0"/>
              <a:t>‹N°›</a:t>
            </a:fld>
            <a:endParaRPr lang="fr-FR"/>
          </a:p>
        </p:txBody>
      </p:sp>
      <p:sp>
        <p:nvSpPr>
          <p:cNvPr id="8" name="Titre 1">
            <a:extLst>
              <a:ext uri="{FF2B5EF4-FFF2-40B4-BE49-F238E27FC236}">
                <a16:creationId xmlns:a16="http://schemas.microsoft.com/office/drawing/2014/main" id="{25B18CC4-EEEA-73A7-94C4-6F9892D133E1}"/>
              </a:ext>
            </a:extLst>
          </p:cNvPr>
          <p:cNvSpPr>
            <a:spLocks noGrp="1"/>
          </p:cNvSpPr>
          <p:nvPr>
            <p:ph type="title"/>
          </p:nvPr>
        </p:nvSpPr>
        <p:spPr>
          <a:xfrm>
            <a:off x="1063256" y="226902"/>
            <a:ext cx="10867442" cy="623702"/>
          </a:xfrm>
        </p:spPr>
        <p:txBody>
          <a:bodyPr/>
          <a:lstStyle/>
          <a:p>
            <a:r>
              <a:rPr lang="fr-FR" dirty="0"/>
              <a:t>Modifiez le style du titre</a:t>
            </a:r>
          </a:p>
        </p:txBody>
      </p:sp>
      <p:sp>
        <p:nvSpPr>
          <p:cNvPr id="10" name="Espace réservé du texte 9">
            <a:extLst>
              <a:ext uri="{FF2B5EF4-FFF2-40B4-BE49-F238E27FC236}">
                <a16:creationId xmlns:a16="http://schemas.microsoft.com/office/drawing/2014/main" id="{D0E8DE64-82C0-A85F-43E6-846305A3D2A4}"/>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cxnSp>
        <p:nvCxnSpPr>
          <p:cNvPr id="9" name="Connecteur droit 8">
            <a:extLst>
              <a:ext uri="{FF2B5EF4-FFF2-40B4-BE49-F238E27FC236}">
                <a16:creationId xmlns:a16="http://schemas.microsoft.com/office/drawing/2014/main" id="{E95BB695-EEB6-742B-30B3-6AA30895627A}"/>
              </a:ext>
            </a:extLst>
          </p:cNvPr>
          <p:cNvCxnSpPr>
            <a:cxnSpLocks/>
          </p:cNvCxnSpPr>
          <p:nvPr userDrawn="1"/>
        </p:nvCxnSpPr>
        <p:spPr>
          <a:xfrm>
            <a:off x="261303" y="1372378"/>
            <a:ext cx="11669395" cy="0"/>
          </a:xfrm>
          <a:prstGeom prst="line">
            <a:avLst/>
          </a:prstGeom>
          <a:ln w="57150">
            <a:solidFill>
              <a:schemeClr val="accent4"/>
            </a:solidFill>
          </a:ln>
        </p:spPr>
        <p:style>
          <a:lnRef idx="1">
            <a:schemeClr val="accent5"/>
          </a:lnRef>
          <a:fillRef idx="0">
            <a:schemeClr val="accent5"/>
          </a:fillRef>
          <a:effectRef idx="0">
            <a:schemeClr val="accent5"/>
          </a:effectRef>
          <a:fontRef idx="minor">
            <a:schemeClr val="tx1"/>
          </a:fontRef>
        </p:style>
      </p:cxnSp>
      <p:pic>
        <p:nvPicPr>
          <p:cNvPr id="11" name="Image 10">
            <a:extLst>
              <a:ext uri="{FF2B5EF4-FFF2-40B4-BE49-F238E27FC236}">
                <a16:creationId xmlns:a16="http://schemas.microsoft.com/office/drawing/2014/main" id="{16EC8E6D-952E-FD35-D14F-316354B50C73}"/>
              </a:ext>
            </a:extLst>
          </p:cNvPr>
          <p:cNvPicPr>
            <a:picLocks noChangeAspect="1"/>
          </p:cNvPicPr>
          <p:nvPr userDrawn="1"/>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32745462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CA63E9AE-2E85-060A-2622-670846D50DD4}"/>
              </a:ext>
            </a:extLst>
          </p:cNvPr>
          <p:cNvSpPr>
            <a:spLocks noGrp="1"/>
          </p:cNvSpPr>
          <p:nvPr>
            <p:ph type="body" idx="1"/>
          </p:nvPr>
        </p:nvSpPr>
        <p:spPr>
          <a:xfrm>
            <a:off x="261304" y="1425987"/>
            <a:ext cx="5736272"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F49004B4-18BC-77C0-920C-F1C26212EB4D}"/>
              </a:ext>
            </a:extLst>
          </p:cNvPr>
          <p:cNvSpPr>
            <a:spLocks noGrp="1"/>
          </p:cNvSpPr>
          <p:nvPr>
            <p:ph sz="half" idx="2"/>
          </p:nvPr>
        </p:nvSpPr>
        <p:spPr>
          <a:xfrm>
            <a:off x="261304" y="2223687"/>
            <a:ext cx="5736272" cy="396597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texte 4">
            <a:extLst>
              <a:ext uri="{FF2B5EF4-FFF2-40B4-BE49-F238E27FC236}">
                <a16:creationId xmlns:a16="http://schemas.microsoft.com/office/drawing/2014/main" id="{4621FA98-C4CD-F07E-AE38-067CFFF16627}"/>
              </a:ext>
            </a:extLst>
          </p:cNvPr>
          <p:cNvSpPr>
            <a:spLocks noGrp="1"/>
          </p:cNvSpPr>
          <p:nvPr>
            <p:ph type="body" sz="quarter" idx="3"/>
          </p:nvPr>
        </p:nvSpPr>
        <p:spPr>
          <a:xfrm>
            <a:off x="6172200" y="1425987"/>
            <a:ext cx="5758496" cy="7440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6" name="Espace réservé du contenu 5">
            <a:extLst>
              <a:ext uri="{FF2B5EF4-FFF2-40B4-BE49-F238E27FC236}">
                <a16:creationId xmlns:a16="http://schemas.microsoft.com/office/drawing/2014/main" id="{819A5810-EC86-B1CF-0947-21471B5395D2}"/>
              </a:ext>
            </a:extLst>
          </p:cNvPr>
          <p:cNvSpPr>
            <a:spLocks noGrp="1"/>
          </p:cNvSpPr>
          <p:nvPr>
            <p:ph sz="quarter" idx="4"/>
          </p:nvPr>
        </p:nvSpPr>
        <p:spPr>
          <a:xfrm>
            <a:off x="6172199" y="2223687"/>
            <a:ext cx="5758495" cy="39659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29D839-43CA-A05E-2039-547DD6675630}"/>
              </a:ext>
            </a:extLst>
          </p:cNvPr>
          <p:cNvSpPr>
            <a:spLocks noGrp="1"/>
          </p:cNvSpPr>
          <p:nvPr>
            <p:ph type="dt" sz="half" idx="10"/>
          </p:nvPr>
        </p:nvSpPr>
        <p:spPr/>
        <p:txBody>
          <a:bodyPr/>
          <a:lstStyle/>
          <a:p>
            <a:fld id="{7C95BFE5-FCAC-485A-8E27-AEBF934396AA}" type="datetime1">
              <a:rPr lang="fr-FR" smtClean="0"/>
              <a:t>09/01/2024</a:t>
            </a:fld>
            <a:endParaRPr lang="fr-FR"/>
          </a:p>
        </p:txBody>
      </p:sp>
      <p:sp>
        <p:nvSpPr>
          <p:cNvPr id="8" name="Espace réservé du pied de page 7">
            <a:extLst>
              <a:ext uri="{FF2B5EF4-FFF2-40B4-BE49-F238E27FC236}">
                <a16:creationId xmlns:a16="http://schemas.microsoft.com/office/drawing/2014/main" id="{081553BD-4A83-AC24-8877-2721F63A554A}"/>
              </a:ext>
            </a:extLst>
          </p:cNvPr>
          <p:cNvSpPr>
            <a:spLocks noGrp="1"/>
          </p:cNvSpPr>
          <p:nvPr>
            <p:ph type="ftr" sz="quarter" idx="11"/>
          </p:nvPr>
        </p:nvSpPr>
        <p:spPr/>
        <p:txBody>
          <a:bodyPr/>
          <a:lstStyle/>
          <a:p>
            <a:r>
              <a:rPr lang="fr-FR"/>
              <a:t>Pied de page (copyright, rappel du titre, etc.)</a:t>
            </a:r>
          </a:p>
        </p:txBody>
      </p:sp>
      <p:sp>
        <p:nvSpPr>
          <p:cNvPr id="9" name="Espace réservé du numéro de diapositive 8">
            <a:extLst>
              <a:ext uri="{FF2B5EF4-FFF2-40B4-BE49-F238E27FC236}">
                <a16:creationId xmlns:a16="http://schemas.microsoft.com/office/drawing/2014/main" id="{F0E6E38C-959C-E1D4-0F0C-E4507732F64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12" name="Connecteur droit 11">
            <a:extLst>
              <a:ext uri="{FF2B5EF4-FFF2-40B4-BE49-F238E27FC236}">
                <a16:creationId xmlns:a16="http://schemas.microsoft.com/office/drawing/2014/main" id="{147EE4A6-DA09-7BAA-7FF3-7DB5E7BA9137}"/>
              </a:ext>
            </a:extLst>
          </p:cNvPr>
          <p:cNvCxnSpPr>
            <a:cxnSpLocks/>
          </p:cNvCxnSpPr>
          <p:nvPr userDrawn="1"/>
        </p:nvCxnSpPr>
        <p:spPr>
          <a:xfrm>
            <a:off x="838200" y="1408344"/>
            <a:ext cx="10515600" cy="0"/>
          </a:xfrm>
          <a:prstGeom prst="line">
            <a:avLst/>
          </a:prstGeom>
        </p:spPr>
        <p:style>
          <a:lnRef idx="1">
            <a:schemeClr val="accent5"/>
          </a:lnRef>
          <a:fillRef idx="0">
            <a:schemeClr val="accent5"/>
          </a:fillRef>
          <a:effectRef idx="0">
            <a:schemeClr val="accent5"/>
          </a:effectRef>
          <a:fontRef idx="minor">
            <a:schemeClr val="tx1"/>
          </a:fontRef>
        </p:style>
      </p:cxnSp>
      <p:sp>
        <p:nvSpPr>
          <p:cNvPr id="16" name="Titre 15">
            <a:extLst>
              <a:ext uri="{FF2B5EF4-FFF2-40B4-BE49-F238E27FC236}">
                <a16:creationId xmlns:a16="http://schemas.microsoft.com/office/drawing/2014/main" id="{3E2E0BE2-F355-9418-AA38-CD45CA459886}"/>
              </a:ext>
            </a:extLst>
          </p:cNvPr>
          <p:cNvSpPr>
            <a:spLocks noGrp="1"/>
          </p:cNvSpPr>
          <p:nvPr>
            <p:ph type="title"/>
          </p:nvPr>
        </p:nvSpPr>
        <p:spPr>
          <a:xfrm>
            <a:off x="1063256" y="235723"/>
            <a:ext cx="10867441" cy="623702"/>
          </a:xfrm>
        </p:spPr>
        <p:txBody>
          <a:bodyPr/>
          <a:lstStyle/>
          <a:p>
            <a:r>
              <a:rPr lang="fr-FR"/>
              <a:t>Modifiez le style du titre</a:t>
            </a:r>
          </a:p>
        </p:txBody>
      </p:sp>
      <p:sp>
        <p:nvSpPr>
          <p:cNvPr id="17" name="Espace réservé du texte 9">
            <a:extLst>
              <a:ext uri="{FF2B5EF4-FFF2-40B4-BE49-F238E27FC236}">
                <a16:creationId xmlns:a16="http://schemas.microsoft.com/office/drawing/2014/main" id="{40987D09-4FAC-029B-3A06-926A6F28CF50}"/>
              </a:ext>
            </a:extLst>
          </p:cNvPr>
          <p:cNvSpPr>
            <a:spLocks noGrp="1"/>
          </p:cNvSpPr>
          <p:nvPr>
            <p:ph type="body" sz="quarter" idx="13" hasCustomPrompt="1"/>
          </p:nvPr>
        </p:nvSpPr>
        <p:spPr>
          <a:xfrm>
            <a:off x="1063254" y="850900"/>
            <a:ext cx="10867442" cy="468313"/>
          </a:xfrm>
        </p:spPr>
        <p:txBody>
          <a:bodyPr/>
          <a:lstStyle>
            <a:lvl1pPr marL="0" indent="0">
              <a:buNone/>
              <a:defRPr>
                <a:latin typeface="Barlow Light" panose="00000400000000000000" pitchFamily="2" charset="0"/>
              </a:defRPr>
            </a:lvl1pPr>
          </a:lstStyle>
          <a:p>
            <a:pPr lvl="0"/>
            <a:r>
              <a:rPr lang="fr-FR" dirty="0"/>
              <a:t>Sous-titre</a:t>
            </a:r>
          </a:p>
        </p:txBody>
      </p:sp>
      <p:cxnSp>
        <p:nvCxnSpPr>
          <p:cNvPr id="2" name="Connecteur droit 1">
            <a:extLst>
              <a:ext uri="{FF2B5EF4-FFF2-40B4-BE49-F238E27FC236}">
                <a16:creationId xmlns:a16="http://schemas.microsoft.com/office/drawing/2014/main" id="{20D38BBD-9CDA-E298-5E9B-8F992B86CB4C}"/>
              </a:ext>
            </a:extLst>
          </p:cNvPr>
          <p:cNvCxnSpPr>
            <a:cxnSpLocks/>
          </p:cNvCxnSpPr>
          <p:nvPr userDrawn="1"/>
        </p:nvCxnSpPr>
        <p:spPr>
          <a:xfrm>
            <a:off x="261303" y="1372378"/>
            <a:ext cx="11669395" cy="0"/>
          </a:xfrm>
          <a:prstGeom prst="line">
            <a:avLst/>
          </a:prstGeom>
          <a:ln w="57150">
            <a:solidFill>
              <a:schemeClr val="accent4"/>
            </a:solidFill>
          </a:ln>
        </p:spPr>
        <p:style>
          <a:lnRef idx="1">
            <a:schemeClr val="accent5"/>
          </a:lnRef>
          <a:fillRef idx="0">
            <a:schemeClr val="accent5"/>
          </a:fillRef>
          <a:effectRef idx="0">
            <a:schemeClr val="accent5"/>
          </a:effectRef>
          <a:fontRef idx="minor">
            <a:schemeClr val="tx1"/>
          </a:fontRef>
        </p:style>
      </p:cxnSp>
      <p:pic>
        <p:nvPicPr>
          <p:cNvPr id="13" name="Image 12">
            <a:extLst>
              <a:ext uri="{FF2B5EF4-FFF2-40B4-BE49-F238E27FC236}">
                <a16:creationId xmlns:a16="http://schemas.microsoft.com/office/drawing/2014/main" id="{A1852688-F93C-3C49-E9A4-18D05AEE7960}"/>
              </a:ext>
            </a:extLst>
          </p:cNvPr>
          <p:cNvPicPr>
            <a:picLocks noChangeAspect="1"/>
          </p:cNvPicPr>
          <p:nvPr userDrawn="1"/>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2002292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6C0FFB-0DDD-EBDF-B9C4-1131FAC895E3}"/>
              </a:ext>
            </a:extLst>
          </p:cNvPr>
          <p:cNvSpPr>
            <a:spLocks noGrp="1"/>
          </p:cNvSpPr>
          <p:nvPr>
            <p:ph type="title"/>
          </p:nvPr>
        </p:nvSpPr>
        <p:spPr>
          <a:xfrm>
            <a:off x="1063256" y="318530"/>
            <a:ext cx="3813544" cy="894746"/>
          </a:xfrm>
        </p:spPr>
        <p:txBody>
          <a:bodyPr anchor="b"/>
          <a:lstStyle>
            <a:lvl1pPr>
              <a:defRPr sz="3200"/>
            </a:lvl1pPr>
          </a:lstStyle>
          <a:p>
            <a:r>
              <a:rPr lang="fr-FR" dirty="0"/>
              <a:t>Modifiez le style du titre</a:t>
            </a:r>
          </a:p>
        </p:txBody>
      </p:sp>
      <p:sp>
        <p:nvSpPr>
          <p:cNvPr id="3" name="Espace réservé du contenu 2">
            <a:extLst>
              <a:ext uri="{FF2B5EF4-FFF2-40B4-BE49-F238E27FC236}">
                <a16:creationId xmlns:a16="http://schemas.microsoft.com/office/drawing/2014/main" id="{DB73A85E-56A5-810A-57B3-33F3F9BD1B28}"/>
              </a:ext>
            </a:extLst>
          </p:cNvPr>
          <p:cNvSpPr>
            <a:spLocks noGrp="1"/>
          </p:cNvSpPr>
          <p:nvPr>
            <p:ph idx="1"/>
          </p:nvPr>
        </p:nvSpPr>
        <p:spPr>
          <a:xfrm>
            <a:off x="5156200" y="318530"/>
            <a:ext cx="6774497" cy="5837719"/>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texte 3">
            <a:extLst>
              <a:ext uri="{FF2B5EF4-FFF2-40B4-BE49-F238E27FC236}">
                <a16:creationId xmlns:a16="http://schemas.microsoft.com/office/drawing/2014/main" id="{54E768DC-E327-074B-E53B-A7602EB23BBD}"/>
              </a:ext>
            </a:extLst>
          </p:cNvPr>
          <p:cNvSpPr>
            <a:spLocks noGrp="1"/>
          </p:cNvSpPr>
          <p:nvPr>
            <p:ph type="body" sz="half" idx="2"/>
          </p:nvPr>
        </p:nvSpPr>
        <p:spPr>
          <a:xfrm>
            <a:off x="261302" y="1504555"/>
            <a:ext cx="4615498" cy="46516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5" name="Espace réservé de la date 4">
            <a:extLst>
              <a:ext uri="{FF2B5EF4-FFF2-40B4-BE49-F238E27FC236}">
                <a16:creationId xmlns:a16="http://schemas.microsoft.com/office/drawing/2014/main" id="{ABD2C517-4516-8DB0-89CA-BB978D351FBA}"/>
              </a:ext>
            </a:extLst>
          </p:cNvPr>
          <p:cNvSpPr>
            <a:spLocks noGrp="1"/>
          </p:cNvSpPr>
          <p:nvPr>
            <p:ph type="dt" sz="half" idx="10"/>
          </p:nvPr>
        </p:nvSpPr>
        <p:spPr/>
        <p:txBody>
          <a:bodyPr/>
          <a:lstStyle/>
          <a:p>
            <a:fld id="{6E2A3409-CF71-4D6F-8F18-DD3F156122B0}" type="datetime1">
              <a:rPr lang="fr-FR" smtClean="0"/>
              <a:t>09/01/2024</a:t>
            </a:fld>
            <a:endParaRPr lang="fr-FR"/>
          </a:p>
        </p:txBody>
      </p:sp>
      <p:sp>
        <p:nvSpPr>
          <p:cNvPr id="6" name="Espace réservé du pied de page 5">
            <a:extLst>
              <a:ext uri="{FF2B5EF4-FFF2-40B4-BE49-F238E27FC236}">
                <a16:creationId xmlns:a16="http://schemas.microsoft.com/office/drawing/2014/main" id="{5DB69917-F2F6-9E8D-D4B8-383D9F177D3A}"/>
              </a:ext>
            </a:extLst>
          </p:cNvPr>
          <p:cNvSpPr>
            <a:spLocks noGrp="1"/>
          </p:cNvSpPr>
          <p:nvPr>
            <p:ph type="ftr" sz="quarter" idx="11"/>
          </p:nvPr>
        </p:nvSpPr>
        <p:spPr/>
        <p:txBody>
          <a:bodyPr/>
          <a:lstStyle/>
          <a:p>
            <a:r>
              <a:rPr lang="fr-FR"/>
              <a:t>Pied de page (copyright, rappel du titre, etc.)</a:t>
            </a:r>
          </a:p>
        </p:txBody>
      </p:sp>
      <p:sp>
        <p:nvSpPr>
          <p:cNvPr id="7" name="Espace réservé du numéro de diapositive 6">
            <a:extLst>
              <a:ext uri="{FF2B5EF4-FFF2-40B4-BE49-F238E27FC236}">
                <a16:creationId xmlns:a16="http://schemas.microsoft.com/office/drawing/2014/main" id="{A4BA92F1-B53C-53E3-9C19-07D462D5886B}"/>
              </a:ext>
            </a:extLst>
          </p:cNvPr>
          <p:cNvSpPr>
            <a:spLocks noGrp="1"/>
          </p:cNvSpPr>
          <p:nvPr>
            <p:ph type="sldNum" sz="quarter" idx="12"/>
          </p:nvPr>
        </p:nvSpPr>
        <p:spPr/>
        <p:txBody>
          <a:bodyPr/>
          <a:lstStyle/>
          <a:p>
            <a:fld id="{41DD7FD0-8CCF-4985-AE30-D6D48D0A42D3}" type="slidenum">
              <a:rPr lang="fr-FR" smtClean="0"/>
              <a:t>‹N°›</a:t>
            </a:fld>
            <a:endParaRPr lang="fr-FR"/>
          </a:p>
        </p:txBody>
      </p:sp>
      <p:cxnSp>
        <p:nvCxnSpPr>
          <p:cNvPr id="9" name="Connecteur droit 8">
            <a:extLst>
              <a:ext uri="{FF2B5EF4-FFF2-40B4-BE49-F238E27FC236}">
                <a16:creationId xmlns:a16="http://schemas.microsoft.com/office/drawing/2014/main" id="{44C3890C-4016-D57A-E91D-A40889B3108C}"/>
              </a:ext>
            </a:extLst>
          </p:cNvPr>
          <p:cNvCxnSpPr>
            <a:cxnSpLocks/>
          </p:cNvCxnSpPr>
          <p:nvPr userDrawn="1"/>
        </p:nvCxnSpPr>
        <p:spPr>
          <a:xfrm>
            <a:off x="261302" y="1358915"/>
            <a:ext cx="4615498" cy="0"/>
          </a:xfrm>
          <a:prstGeom prst="line">
            <a:avLst/>
          </a:prstGeom>
          <a:ln w="57150">
            <a:solidFill>
              <a:schemeClr val="accent4"/>
            </a:solidFill>
          </a:ln>
        </p:spPr>
        <p:style>
          <a:lnRef idx="1">
            <a:schemeClr val="accent5"/>
          </a:lnRef>
          <a:fillRef idx="0">
            <a:schemeClr val="accent5"/>
          </a:fillRef>
          <a:effectRef idx="0">
            <a:schemeClr val="accent5"/>
          </a:effectRef>
          <a:fontRef idx="minor">
            <a:schemeClr val="tx1"/>
          </a:fontRef>
        </p:style>
      </p:cxnSp>
      <p:pic>
        <p:nvPicPr>
          <p:cNvPr id="10" name="Image 9">
            <a:extLst>
              <a:ext uri="{FF2B5EF4-FFF2-40B4-BE49-F238E27FC236}">
                <a16:creationId xmlns:a16="http://schemas.microsoft.com/office/drawing/2014/main" id="{9880E9E7-8361-29BD-F2BB-8EB3576B4879}"/>
              </a:ext>
            </a:extLst>
          </p:cNvPr>
          <p:cNvPicPr>
            <a:picLocks noChangeAspect="1"/>
          </p:cNvPicPr>
          <p:nvPr userDrawn="1"/>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Tree>
    <p:extLst>
      <p:ext uri="{BB962C8B-B14F-4D97-AF65-F5344CB8AC3E}">
        <p14:creationId xmlns:p14="http://schemas.microsoft.com/office/powerpoint/2010/main" val="15870095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reds">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CF8611A-EB0B-FEE6-8172-5A79C4C39137}"/>
              </a:ext>
            </a:extLst>
          </p:cNvPr>
          <p:cNvSpPr>
            <a:spLocks noGrp="1"/>
          </p:cNvSpPr>
          <p:nvPr>
            <p:ph type="dt" sz="half" idx="10"/>
          </p:nvPr>
        </p:nvSpPr>
        <p:spPr>
          <a:xfrm>
            <a:off x="237055" y="6356350"/>
            <a:ext cx="2743200" cy="365125"/>
          </a:xfrm>
        </p:spPr>
        <p:txBody>
          <a:bodyPr/>
          <a:lstStyle/>
          <a:p>
            <a:fld id="{8F3230D4-045D-4F5F-B7DD-867668423751}" type="datetime1">
              <a:rPr lang="fr-FR" smtClean="0"/>
              <a:t>09/01/2024</a:t>
            </a:fld>
            <a:endParaRPr lang="fr-FR"/>
          </a:p>
        </p:txBody>
      </p:sp>
      <p:sp>
        <p:nvSpPr>
          <p:cNvPr id="4" name="Espace réservé du pied de page 3">
            <a:extLst>
              <a:ext uri="{FF2B5EF4-FFF2-40B4-BE49-F238E27FC236}">
                <a16:creationId xmlns:a16="http://schemas.microsoft.com/office/drawing/2014/main" id="{ABF8FD81-54F0-950A-6EE9-9FCD7661AF7D}"/>
              </a:ext>
            </a:extLst>
          </p:cNvPr>
          <p:cNvSpPr>
            <a:spLocks noGrp="1"/>
          </p:cNvSpPr>
          <p:nvPr>
            <p:ph type="ftr" sz="quarter" idx="11"/>
          </p:nvPr>
        </p:nvSpPr>
        <p:spPr/>
        <p:txBody>
          <a:bodyPr/>
          <a:lstStyle/>
          <a:p>
            <a:r>
              <a:rPr lang="fr-FR"/>
              <a:t>Pied de page (copyright, rappel du titre, etc.)</a:t>
            </a:r>
          </a:p>
        </p:txBody>
      </p:sp>
      <p:sp>
        <p:nvSpPr>
          <p:cNvPr id="5" name="Espace réservé du numéro de diapositive 4">
            <a:extLst>
              <a:ext uri="{FF2B5EF4-FFF2-40B4-BE49-F238E27FC236}">
                <a16:creationId xmlns:a16="http://schemas.microsoft.com/office/drawing/2014/main" id="{F51BF664-0B27-AD16-6F9F-87F6D486BA87}"/>
              </a:ext>
            </a:extLst>
          </p:cNvPr>
          <p:cNvSpPr>
            <a:spLocks noGrp="1"/>
          </p:cNvSpPr>
          <p:nvPr>
            <p:ph type="sldNum" sz="quarter" idx="12"/>
          </p:nvPr>
        </p:nvSpPr>
        <p:spPr>
          <a:xfrm>
            <a:off x="9187498" y="6356350"/>
            <a:ext cx="2743200" cy="365125"/>
          </a:xfrm>
        </p:spPr>
        <p:txBody>
          <a:bodyPr/>
          <a:lstStyle/>
          <a:p>
            <a:fld id="{41DD7FD0-8CCF-4985-AE30-D6D48D0A42D3}" type="slidenum">
              <a:rPr lang="fr-FR" smtClean="0"/>
              <a:pPr/>
              <a:t>‹N°›</a:t>
            </a:fld>
            <a:endParaRPr lang="fr-FR"/>
          </a:p>
        </p:txBody>
      </p:sp>
      <p:sp>
        <p:nvSpPr>
          <p:cNvPr id="6" name="Titre 1">
            <a:extLst>
              <a:ext uri="{FF2B5EF4-FFF2-40B4-BE49-F238E27FC236}">
                <a16:creationId xmlns:a16="http://schemas.microsoft.com/office/drawing/2014/main" id="{A17A96FD-7266-E854-B78E-D25EC36A42EC}"/>
              </a:ext>
            </a:extLst>
          </p:cNvPr>
          <p:cNvSpPr>
            <a:spLocks noGrp="1"/>
          </p:cNvSpPr>
          <p:nvPr>
            <p:ph type="title"/>
          </p:nvPr>
        </p:nvSpPr>
        <p:spPr>
          <a:xfrm>
            <a:off x="1063256" y="226902"/>
            <a:ext cx="10867442" cy="623702"/>
          </a:xfrm>
        </p:spPr>
        <p:txBody>
          <a:bodyPr/>
          <a:lstStyle/>
          <a:p>
            <a:r>
              <a:rPr lang="fr-FR" dirty="0"/>
              <a:t>Modifiez le style du titre</a:t>
            </a:r>
          </a:p>
        </p:txBody>
      </p:sp>
      <p:sp>
        <p:nvSpPr>
          <p:cNvPr id="16" name="Espace réservé du texte 15">
            <a:extLst>
              <a:ext uri="{FF2B5EF4-FFF2-40B4-BE49-F238E27FC236}">
                <a16:creationId xmlns:a16="http://schemas.microsoft.com/office/drawing/2014/main" id="{5883AF4A-A2CD-5300-5637-5820E009799E}"/>
              </a:ext>
            </a:extLst>
          </p:cNvPr>
          <p:cNvSpPr>
            <a:spLocks noGrp="1"/>
          </p:cNvSpPr>
          <p:nvPr>
            <p:ph type="body" sz="quarter" idx="15"/>
          </p:nvPr>
        </p:nvSpPr>
        <p:spPr>
          <a:xfrm>
            <a:off x="788988" y="1731963"/>
            <a:ext cx="6335712" cy="958850"/>
          </a:xfrm>
        </p:spPr>
        <p:txBody>
          <a:bodyPr>
            <a:noAutofit/>
          </a:bodyPr>
          <a:lstStyle>
            <a:lvl1pPr>
              <a:spcBef>
                <a:spcPts val="200"/>
              </a:spcBef>
              <a:defRPr sz="1200"/>
            </a:lvl1pPr>
            <a:lvl2pPr>
              <a:spcBef>
                <a:spcPts val="200"/>
              </a:spcBef>
              <a:defRPr sz="1100"/>
            </a:lvl2pPr>
            <a:lvl3pPr>
              <a:spcBef>
                <a:spcPts val="200"/>
              </a:spcBef>
              <a:defRPr sz="1050"/>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19" name="Espace réservé du texte 15">
            <a:extLst>
              <a:ext uri="{FF2B5EF4-FFF2-40B4-BE49-F238E27FC236}">
                <a16:creationId xmlns:a16="http://schemas.microsoft.com/office/drawing/2014/main" id="{8942EFBE-030A-8170-EE92-4D5972201CCC}"/>
              </a:ext>
            </a:extLst>
          </p:cNvPr>
          <p:cNvSpPr>
            <a:spLocks noGrp="1"/>
          </p:cNvSpPr>
          <p:nvPr>
            <p:ph type="body" sz="quarter" idx="17"/>
          </p:nvPr>
        </p:nvSpPr>
        <p:spPr>
          <a:xfrm>
            <a:off x="788988" y="3194129"/>
            <a:ext cx="6335712" cy="1560975"/>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2" name="Espace réservé du texte 15">
            <a:extLst>
              <a:ext uri="{FF2B5EF4-FFF2-40B4-BE49-F238E27FC236}">
                <a16:creationId xmlns:a16="http://schemas.microsoft.com/office/drawing/2014/main" id="{AE27D1C1-4A94-0140-CFA0-FD3D54967015}"/>
              </a:ext>
            </a:extLst>
          </p:cNvPr>
          <p:cNvSpPr>
            <a:spLocks noGrp="1"/>
          </p:cNvSpPr>
          <p:nvPr>
            <p:ph type="body" sz="quarter" idx="19"/>
          </p:nvPr>
        </p:nvSpPr>
        <p:spPr>
          <a:xfrm>
            <a:off x="788988" y="5230712"/>
            <a:ext cx="6335712" cy="951808"/>
          </a:xfrm>
        </p:spPr>
        <p:txBody>
          <a:bodyPr>
            <a:noAutofit/>
          </a:bodyPr>
          <a:lstStyle>
            <a:lvl1pPr marL="2286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200"/>
              </a:spcBef>
              <a:buFont typeface="Arial" panose="020B0604020202020204" pitchFamily="34" charset="0"/>
              <a:buChar char="•"/>
              <a:defRPr lang="fr-FR" sz="1200" kern="1200" dirty="0" smtClean="0">
                <a:solidFill>
                  <a:schemeClr val="tx1"/>
                </a:solidFill>
                <a:latin typeface="Barlow" panose="00000500000000000000" pitchFamily="2" charset="0"/>
                <a:ea typeface="+mn-ea"/>
                <a:cs typeface="+mn-cs"/>
              </a:defRPr>
            </a:lvl3pPr>
            <a:lvl4pPr>
              <a:defRPr sz="1000"/>
            </a:lvl4pPr>
            <a:lvl5pPr>
              <a:defRPr sz="1000"/>
            </a:lvl5pPr>
          </a:lstStyle>
          <a:p>
            <a:pPr lvl="0"/>
            <a:r>
              <a:rPr lang="fr-FR" dirty="0"/>
              <a:t>Cliquez pour modifier les styles du texte du masque</a:t>
            </a:r>
          </a:p>
          <a:p>
            <a:pPr lvl="1"/>
            <a:r>
              <a:rPr lang="fr-FR" dirty="0"/>
              <a:t>Deuxième niveau</a:t>
            </a:r>
          </a:p>
          <a:p>
            <a:pPr lvl="2"/>
            <a:r>
              <a:rPr lang="fr-FR" dirty="0"/>
              <a:t>Troisième niveau</a:t>
            </a:r>
          </a:p>
        </p:txBody>
      </p:sp>
      <p:cxnSp>
        <p:nvCxnSpPr>
          <p:cNvPr id="23" name="Connecteur droit 22">
            <a:extLst>
              <a:ext uri="{FF2B5EF4-FFF2-40B4-BE49-F238E27FC236}">
                <a16:creationId xmlns:a16="http://schemas.microsoft.com/office/drawing/2014/main" id="{DE07A1DE-390A-6465-CE4B-0384E332917F}"/>
              </a:ext>
            </a:extLst>
          </p:cNvPr>
          <p:cNvCxnSpPr>
            <a:cxnSpLocks/>
          </p:cNvCxnSpPr>
          <p:nvPr userDrawn="1"/>
        </p:nvCxnSpPr>
        <p:spPr>
          <a:xfrm>
            <a:off x="788988" y="1376020"/>
            <a:ext cx="0" cy="685695"/>
          </a:xfrm>
          <a:prstGeom prst="line">
            <a:avLst/>
          </a:prstGeom>
          <a:ln w="57150">
            <a:solidFill>
              <a:schemeClr val="accent4"/>
            </a:solidFill>
          </a:ln>
        </p:spPr>
        <p:style>
          <a:lnRef idx="1">
            <a:schemeClr val="accent5"/>
          </a:lnRef>
          <a:fillRef idx="0">
            <a:schemeClr val="accent5"/>
          </a:fillRef>
          <a:effectRef idx="0">
            <a:schemeClr val="accent5"/>
          </a:effectRef>
          <a:fontRef idx="minor">
            <a:schemeClr val="tx1"/>
          </a:fontRef>
        </p:style>
      </p:cxnSp>
      <p:cxnSp>
        <p:nvCxnSpPr>
          <p:cNvPr id="27" name="Connecteur droit 26">
            <a:extLst>
              <a:ext uri="{FF2B5EF4-FFF2-40B4-BE49-F238E27FC236}">
                <a16:creationId xmlns:a16="http://schemas.microsoft.com/office/drawing/2014/main" id="{7DDF9651-1EA0-A2EE-98E7-66492F211CF2}"/>
              </a:ext>
            </a:extLst>
          </p:cNvPr>
          <p:cNvCxnSpPr>
            <a:cxnSpLocks/>
          </p:cNvCxnSpPr>
          <p:nvPr userDrawn="1"/>
        </p:nvCxnSpPr>
        <p:spPr>
          <a:xfrm>
            <a:off x="788988" y="2839177"/>
            <a:ext cx="0" cy="685695"/>
          </a:xfrm>
          <a:prstGeom prst="line">
            <a:avLst/>
          </a:prstGeom>
          <a:ln w="57150">
            <a:solidFill>
              <a:schemeClr val="accent4"/>
            </a:solidFill>
          </a:ln>
        </p:spPr>
        <p:style>
          <a:lnRef idx="1">
            <a:schemeClr val="accent5"/>
          </a:lnRef>
          <a:fillRef idx="0">
            <a:schemeClr val="accent5"/>
          </a:fillRef>
          <a:effectRef idx="0">
            <a:schemeClr val="accent5"/>
          </a:effectRef>
          <a:fontRef idx="minor">
            <a:schemeClr val="tx1"/>
          </a:fontRef>
        </p:style>
      </p:cxnSp>
      <p:cxnSp>
        <p:nvCxnSpPr>
          <p:cNvPr id="28" name="Connecteur droit 27">
            <a:extLst>
              <a:ext uri="{FF2B5EF4-FFF2-40B4-BE49-F238E27FC236}">
                <a16:creationId xmlns:a16="http://schemas.microsoft.com/office/drawing/2014/main" id="{10B39CE6-F414-E073-5F3D-3547B874F7A2}"/>
              </a:ext>
            </a:extLst>
          </p:cNvPr>
          <p:cNvCxnSpPr>
            <a:cxnSpLocks/>
          </p:cNvCxnSpPr>
          <p:nvPr userDrawn="1"/>
        </p:nvCxnSpPr>
        <p:spPr>
          <a:xfrm>
            <a:off x="788988" y="4887863"/>
            <a:ext cx="0" cy="685695"/>
          </a:xfrm>
          <a:prstGeom prst="line">
            <a:avLst/>
          </a:prstGeom>
          <a:ln w="57150">
            <a:solidFill>
              <a:schemeClr val="accent4"/>
            </a:solidFill>
          </a:ln>
        </p:spPr>
        <p:style>
          <a:lnRef idx="1">
            <a:schemeClr val="accent5"/>
          </a:lnRef>
          <a:fillRef idx="0">
            <a:schemeClr val="accent5"/>
          </a:fillRef>
          <a:effectRef idx="0">
            <a:schemeClr val="accent5"/>
          </a:effectRef>
          <a:fontRef idx="minor">
            <a:schemeClr val="tx1"/>
          </a:fontRef>
        </p:style>
      </p:cxnSp>
      <p:sp>
        <p:nvSpPr>
          <p:cNvPr id="29" name="Rectangle : coins arrondis 28">
            <a:extLst>
              <a:ext uri="{FF2B5EF4-FFF2-40B4-BE49-F238E27FC236}">
                <a16:creationId xmlns:a16="http://schemas.microsoft.com/office/drawing/2014/main" id="{18937BF8-4DBE-22F9-D5DC-109E07B389F9}"/>
              </a:ext>
            </a:extLst>
          </p:cNvPr>
          <p:cNvSpPr/>
          <p:nvPr userDrawn="1"/>
        </p:nvSpPr>
        <p:spPr>
          <a:xfrm>
            <a:off x="7418716" y="1376020"/>
            <a:ext cx="4511981" cy="4806500"/>
          </a:xfrm>
          <a:prstGeom prst="roundRect">
            <a:avLst>
              <a:gd name="adj" fmla="val 2710"/>
            </a:avLst>
          </a:prstGeom>
          <a:solidFill>
            <a:schemeClr val="accent4">
              <a:lumMod val="20000"/>
              <a:lumOff val="80000"/>
            </a:schemeClr>
          </a:solidFill>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38DB1914-3774-7E83-4069-15015EBF67E3}"/>
              </a:ext>
            </a:extLst>
          </p:cNvPr>
          <p:cNvPicPr>
            <a:picLocks noChangeAspect="1"/>
          </p:cNvPicPr>
          <p:nvPr userDrawn="1"/>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237055" y="318530"/>
            <a:ext cx="729721" cy="903600"/>
          </a:xfrm>
          <a:prstGeom prst="rect">
            <a:avLst/>
          </a:prstGeom>
        </p:spPr>
      </p:pic>
      <p:sp>
        <p:nvSpPr>
          <p:cNvPr id="2" name="Shape 2550">
            <a:extLst>
              <a:ext uri="{FF2B5EF4-FFF2-40B4-BE49-F238E27FC236}">
                <a16:creationId xmlns:a16="http://schemas.microsoft.com/office/drawing/2014/main" id="{A4D0E4F1-58AB-8B26-5EED-6BE168A09661}"/>
              </a:ext>
            </a:extLst>
          </p:cNvPr>
          <p:cNvSpPr/>
          <p:nvPr userDrawn="1"/>
        </p:nvSpPr>
        <p:spPr>
          <a:xfrm>
            <a:off x="301297" y="1382572"/>
            <a:ext cx="312533" cy="349391"/>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chemeClr val="accent4"/>
          </a:solidFill>
          <a:ln w="12700">
            <a:solidFill>
              <a:schemeClr val="accent4"/>
            </a:solidFill>
            <a:miter lim="400000"/>
          </a:ln>
        </p:spPr>
        <p:txBody>
          <a:bodyPr lIns="14284" tIns="14284" rIns="14284" bIns="14284" anchor="ctr"/>
          <a:lstStyle/>
          <a:p>
            <a:pPr defTabSz="171399" eaLnBrk="1" hangingPunct="1">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solidFill>
                <a:srgbClr val="FFFFFF"/>
              </a:solidFill>
              <a:effectLst>
                <a:outerShdw blurRad="38100" dist="12700" dir="5400000" rotWithShape="0">
                  <a:srgbClr val="000000">
                    <a:alpha val="50000"/>
                  </a:srgbClr>
                </a:outerShdw>
              </a:effectLst>
              <a:latin typeface="Gill Sans"/>
              <a:ea typeface="Calibri" charset="0"/>
              <a:cs typeface="Calibri" charset="0"/>
              <a:sym typeface="Gill Sans"/>
            </a:endParaRPr>
          </a:p>
        </p:txBody>
      </p:sp>
      <p:sp>
        <p:nvSpPr>
          <p:cNvPr id="7" name="Freeform 97">
            <a:extLst>
              <a:ext uri="{FF2B5EF4-FFF2-40B4-BE49-F238E27FC236}">
                <a16:creationId xmlns:a16="http://schemas.microsoft.com/office/drawing/2014/main" id="{F8C716A8-818C-FCAA-4969-30FA2D890178}"/>
              </a:ext>
            </a:extLst>
          </p:cNvPr>
          <p:cNvSpPr>
            <a:spLocks noChangeArrowheads="1"/>
          </p:cNvSpPr>
          <p:nvPr userDrawn="1"/>
        </p:nvSpPr>
        <p:spPr bwMode="auto">
          <a:xfrm>
            <a:off x="289382" y="2839177"/>
            <a:ext cx="312533" cy="341999"/>
          </a:xfrm>
          <a:custGeom>
            <a:avLst/>
            <a:gdLst>
              <a:gd name="T0" fmla="*/ 383 w 472"/>
              <a:gd name="T1" fmla="*/ 309 h 501"/>
              <a:gd name="T2" fmla="*/ 383 w 472"/>
              <a:gd name="T3" fmla="*/ 309 h 501"/>
              <a:gd name="T4" fmla="*/ 295 w 472"/>
              <a:gd name="T5" fmla="*/ 353 h 501"/>
              <a:gd name="T6" fmla="*/ 192 w 472"/>
              <a:gd name="T7" fmla="*/ 294 h 501"/>
              <a:gd name="T8" fmla="*/ 206 w 472"/>
              <a:gd name="T9" fmla="*/ 250 h 501"/>
              <a:gd name="T10" fmla="*/ 192 w 472"/>
              <a:gd name="T11" fmla="*/ 221 h 501"/>
              <a:gd name="T12" fmla="*/ 310 w 472"/>
              <a:gd name="T13" fmla="*/ 162 h 501"/>
              <a:gd name="T14" fmla="*/ 383 w 472"/>
              <a:gd name="T15" fmla="*/ 191 h 501"/>
              <a:gd name="T16" fmla="*/ 471 w 472"/>
              <a:gd name="T17" fmla="*/ 88 h 501"/>
              <a:gd name="T18" fmla="*/ 383 w 472"/>
              <a:gd name="T19" fmla="*/ 0 h 501"/>
              <a:gd name="T20" fmla="*/ 280 w 472"/>
              <a:gd name="T21" fmla="*/ 88 h 501"/>
              <a:gd name="T22" fmla="*/ 280 w 472"/>
              <a:gd name="T23" fmla="*/ 117 h 501"/>
              <a:gd name="T24" fmla="*/ 177 w 472"/>
              <a:gd name="T25" fmla="*/ 176 h 501"/>
              <a:gd name="T26" fmla="*/ 103 w 472"/>
              <a:gd name="T27" fmla="*/ 147 h 501"/>
              <a:gd name="T28" fmla="*/ 0 w 472"/>
              <a:gd name="T29" fmla="*/ 250 h 501"/>
              <a:gd name="T30" fmla="*/ 103 w 472"/>
              <a:gd name="T31" fmla="*/ 353 h 501"/>
              <a:gd name="T32" fmla="*/ 162 w 472"/>
              <a:gd name="T33" fmla="*/ 323 h 501"/>
              <a:gd name="T34" fmla="*/ 162 w 472"/>
              <a:gd name="T35" fmla="*/ 323 h 501"/>
              <a:gd name="T36" fmla="*/ 280 w 472"/>
              <a:gd name="T37" fmla="*/ 397 h 501"/>
              <a:gd name="T38" fmla="*/ 280 w 472"/>
              <a:gd name="T39" fmla="*/ 412 h 501"/>
              <a:gd name="T40" fmla="*/ 383 w 472"/>
              <a:gd name="T41" fmla="*/ 500 h 501"/>
              <a:gd name="T42" fmla="*/ 471 w 472"/>
              <a:gd name="T43" fmla="*/ 412 h 501"/>
              <a:gd name="T44" fmla="*/ 383 w 472"/>
              <a:gd name="T45" fmla="*/ 309 h 501"/>
              <a:gd name="T46" fmla="*/ 383 w 472"/>
              <a:gd name="T47" fmla="*/ 29 h 501"/>
              <a:gd name="T48" fmla="*/ 383 w 472"/>
              <a:gd name="T49" fmla="*/ 29 h 501"/>
              <a:gd name="T50" fmla="*/ 442 w 472"/>
              <a:gd name="T51" fmla="*/ 88 h 501"/>
              <a:gd name="T52" fmla="*/ 383 w 472"/>
              <a:gd name="T53" fmla="*/ 147 h 501"/>
              <a:gd name="T54" fmla="*/ 324 w 472"/>
              <a:gd name="T55" fmla="*/ 88 h 501"/>
              <a:gd name="T56" fmla="*/ 383 w 472"/>
              <a:gd name="T57" fmla="*/ 29 h 501"/>
              <a:gd name="T58" fmla="*/ 103 w 472"/>
              <a:gd name="T59" fmla="*/ 309 h 501"/>
              <a:gd name="T60" fmla="*/ 103 w 472"/>
              <a:gd name="T61" fmla="*/ 309 h 501"/>
              <a:gd name="T62" fmla="*/ 44 w 472"/>
              <a:gd name="T63" fmla="*/ 250 h 501"/>
              <a:gd name="T64" fmla="*/ 103 w 472"/>
              <a:gd name="T65" fmla="*/ 191 h 501"/>
              <a:gd name="T66" fmla="*/ 162 w 472"/>
              <a:gd name="T67" fmla="*/ 250 h 501"/>
              <a:gd name="T68" fmla="*/ 103 w 472"/>
              <a:gd name="T69" fmla="*/ 309 h 501"/>
              <a:gd name="T70" fmla="*/ 383 w 472"/>
              <a:gd name="T71" fmla="*/ 471 h 501"/>
              <a:gd name="T72" fmla="*/ 383 w 472"/>
              <a:gd name="T73" fmla="*/ 471 h 501"/>
              <a:gd name="T74" fmla="*/ 324 w 472"/>
              <a:gd name="T75" fmla="*/ 412 h 501"/>
              <a:gd name="T76" fmla="*/ 383 w 472"/>
              <a:gd name="T77" fmla="*/ 353 h 501"/>
              <a:gd name="T78" fmla="*/ 442 w 472"/>
              <a:gd name="T79" fmla="*/ 412 h 501"/>
              <a:gd name="T80" fmla="*/ 383 w 472"/>
              <a:gd name="T81" fmla="*/ 47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72" h="501">
                <a:moveTo>
                  <a:pt x="383" y="309"/>
                </a:moveTo>
                <a:lnTo>
                  <a:pt x="383" y="309"/>
                </a:lnTo>
                <a:cubicBezTo>
                  <a:pt x="339" y="309"/>
                  <a:pt x="310" y="323"/>
                  <a:pt x="295" y="353"/>
                </a:cubicBezTo>
                <a:cubicBezTo>
                  <a:pt x="192" y="294"/>
                  <a:pt x="192" y="294"/>
                  <a:pt x="192" y="294"/>
                </a:cubicBezTo>
                <a:cubicBezTo>
                  <a:pt x="192" y="280"/>
                  <a:pt x="206" y="264"/>
                  <a:pt x="206" y="250"/>
                </a:cubicBezTo>
                <a:cubicBezTo>
                  <a:pt x="206" y="235"/>
                  <a:pt x="206" y="235"/>
                  <a:pt x="192" y="221"/>
                </a:cubicBezTo>
                <a:cubicBezTo>
                  <a:pt x="310" y="162"/>
                  <a:pt x="310" y="162"/>
                  <a:pt x="310" y="162"/>
                </a:cubicBezTo>
                <a:cubicBezTo>
                  <a:pt x="324" y="176"/>
                  <a:pt x="353" y="191"/>
                  <a:pt x="383" y="191"/>
                </a:cubicBezTo>
                <a:cubicBezTo>
                  <a:pt x="427" y="191"/>
                  <a:pt x="471" y="147"/>
                  <a:pt x="471" y="88"/>
                </a:cubicBezTo>
                <a:cubicBezTo>
                  <a:pt x="471" y="44"/>
                  <a:pt x="427" y="0"/>
                  <a:pt x="383" y="0"/>
                </a:cubicBezTo>
                <a:cubicBezTo>
                  <a:pt x="324" y="0"/>
                  <a:pt x="280" y="44"/>
                  <a:pt x="280" y="88"/>
                </a:cubicBezTo>
                <a:cubicBezTo>
                  <a:pt x="280" y="103"/>
                  <a:pt x="280" y="117"/>
                  <a:pt x="280" y="117"/>
                </a:cubicBezTo>
                <a:cubicBezTo>
                  <a:pt x="177" y="176"/>
                  <a:pt x="177" y="176"/>
                  <a:pt x="177" y="176"/>
                </a:cubicBezTo>
                <a:cubicBezTo>
                  <a:pt x="162" y="162"/>
                  <a:pt x="133" y="147"/>
                  <a:pt x="103" y="147"/>
                </a:cubicBezTo>
                <a:cubicBezTo>
                  <a:pt x="44" y="147"/>
                  <a:pt x="0" y="191"/>
                  <a:pt x="0" y="250"/>
                </a:cubicBezTo>
                <a:cubicBezTo>
                  <a:pt x="0" y="309"/>
                  <a:pt x="44" y="353"/>
                  <a:pt x="103" y="353"/>
                </a:cubicBezTo>
                <a:cubicBezTo>
                  <a:pt x="133" y="353"/>
                  <a:pt x="148" y="338"/>
                  <a:pt x="162" y="323"/>
                </a:cubicBezTo>
                <a:lnTo>
                  <a:pt x="162" y="323"/>
                </a:lnTo>
                <a:cubicBezTo>
                  <a:pt x="280" y="397"/>
                  <a:pt x="280" y="397"/>
                  <a:pt x="280" y="397"/>
                </a:cubicBezTo>
                <a:cubicBezTo>
                  <a:pt x="280" y="397"/>
                  <a:pt x="280" y="397"/>
                  <a:pt x="280" y="412"/>
                </a:cubicBezTo>
                <a:cubicBezTo>
                  <a:pt x="280" y="456"/>
                  <a:pt x="324" y="500"/>
                  <a:pt x="383" y="500"/>
                </a:cubicBezTo>
                <a:cubicBezTo>
                  <a:pt x="427" y="500"/>
                  <a:pt x="471" y="456"/>
                  <a:pt x="471" y="412"/>
                </a:cubicBezTo>
                <a:cubicBezTo>
                  <a:pt x="471" y="353"/>
                  <a:pt x="427" y="309"/>
                  <a:pt x="383" y="309"/>
                </a:cubicBezTo>
                <a:close/>
                <a:moveTo>
                  <a:pt x="383" y="29"/>
                </a:moveTo>
                <a:lnTo>
                  <a:pt x="383" y="29"/>
                </a:lnTo>
                <a:cubicBezTo>
                  <a:pt x="412" y="29"/>
                  <a:pt x="442" y="59"/>
                  <a:pt x="442" y="88"/>
                </a:cubicBezTo>
                <a:cubicBezTo>
                  <a:pt x="442" y="132"/>
                  <a:pt x="412" y="147"/>
                  <a:pt x="383" y="147"/>
                </a:cubicBezTo>
                <a:cubicBezTo>
                  <a:pt x="339" y="147"/>
                  <a:pt x="324" y="132"/>
                  <a:pt x="324" y="88"/>
                </a:cubicBezTo>
                <a:cubicBezTo>
                  <a:pt x="324" y="59"/>
                  <a:pt x="339" y="29"/>
                  <a:pt x="383" y="29"/>
                </a:cubicBezTo>
                <a:close/>
                <a:moveTo>
                  <a:pt x="103" y="309"/>
                </a:moveTo>
                <a:lnTo>
                  <a:pt x="103" y="309"/>
                </a:lnTo>
                <a:cubicBezTo>
                  <a:pt x="74" y="309"/>
                  <a:pt x="44" y="280"/>
                  <a:pt x="44" y="250"/>
                </a:cubicBezTo>
                <a:cubicBezTo>
                  <a:pt x="44" y="221"/>
                  <a:pt x="74" y="191"/>
                  <a:pt x="103" y="191"/>
                </a:cubicBezTo>
                <a:cubicBezTo>
                  <a:pt x="133" y="191"/>
                  <a:pt x="162" y="221"/>
                  <a:pt x="162" y="250"/>
                </a:cubicBezTo>
                <a:cubicBezTo>
                  <a:pt x="162" y="280"/>
                  <a:pt x="133" y="309"/>
                  <a:pt x="103" y="309"/>
                </a:cubicBezTo>
                <a:close/>
                <a:moveTo>
                  <a:pt x="383" y="471"/>
                </a:moveTo>
                <a:lnTo>
                  <a:pt x="383" y="471"/>
                </a:lnTo>
                <a:cubicBezTo>
                  <a:pt x="339" y="471"/>
                  <a:pt x="324" y="441"/>
                  <a:pt x="324" y="412"/>
                </a:cubicBezTo>
                <a:cubicBezTo>
                  <a:pt x="324" y="368"/>
                  <a:pt x="339" y="353"/>
                  <a:pt x="383" y="353"/>
                </a:cubicBezTo>
                <a:cubicBezTo>
                  <a:pt x="412" y="353"/>
                  <a:pt x="442" y="368"/>
                  <a:pt x="442" y="412"/>
                </a:cubicBezTo>
                <a:cubicBezTo>
                  <a:pt x="442" y="441"/>
                  <a:pt x="412" y="471"/>
                  <a:pt x="383" y="471"/>
                </a:cubicBezTo>
                <a:close/>
              </a:path>
            </a:pathLst>
          </a:custGeom>
          <a:solidFill>
            <a:schemeClr val="accent4"/>
          </a:solidFill>
          <a:ln>
            <a:solidFill>
              <a:schemeClr val="accent4"/>
            </a:solidFill>
          </a:ln>
          <a:effectLst/>
          <a:extLst>
            <a:ext uri="{91240B29-F687-4f45-9708-019B960494DF}"/>
            <a:ext uri="{AF507438-7753-43e0-B8FC-AC1667EBCBE1}"/>
          </a:extLst>
        </p:spPr>
        <p:txBody>
          <a:bodyPr wrap="none" anchor="ctr"/>
          <a:lstStyle/>
          <a:p>
            <a:pPr eaLnBrk="1" fontAlgn="auto" hangingPunct="1">
              <a:spcBef>
                <a:spcPts val="0"/>
              </a:spcBef>
              <a:spcAft>
                <a:spcPts val="0"/>
              </a:spcAft>
              <a:defRPr/>
            </a:pPr>
            <a:endParaRPr lang="en-US">
              <a:latin typeface="+mn-lt"/>
              <a:ea typeface="+mn-ea"/>
            </a:endParaRPr>
          </a:p>
        </p:txBody>
      </p:sp>
      <p:sp>
        <p:nvSpPr>
          <p:cNvPr id="9" name="Freeform 166">
            <a:extLst>
              <a:ext uri="{FF2B5EF4-FFF2-40B4-BE49-F238E27FC236}">
                <a16:creationId xmlns:a16="http://schemas.microsoft.com/office/drawing/2014/main" id="{DF852C60-49A3-C8FA-E178-967D63F52F62}"/>
              </a:ext>
            </a:extLst>
          </p:cNvPr>
          <p:cNvSpPr>
            <a:spLocks noChangeArrowheads="1"/>
          </p:cNvSpPr>
          <p:nvPr userDrawn="1"/>
        </p:nvSpPr>
        <p:spPr bwMode="auto">
          <a:xfrm>
            <a:off x="301297" y="4894430"/>
            <a:ext cx="312533" cy="340544"/>
          </a:xfrm>
          <a:custGeom>
            <a:avLst/>
            <a:gdLst>
              <a:gd name="T0" fmla="*/ 371 w 390"/>
              <a:gd name="T1" fmla="*/ 0 h 445"/>
              <a:gd name="T2" fmla="*/ 371 w 390"/>
              <a:gd name="T3" fmla="*/ 0 h 445"/>
              <a:gd name="T4" fmla="*/ 310 w 390"/>
              <a:gd name="T5" fmla="*/ 0 h 445"/>
              <a:gd name="T6" fmla="*/ 292 w 390"/>
              <a:gd name="T7" fmla="*/ 28 h 445"/>
              <a:gd name="T8" fmla="*/ 292 w 390"/>
              <a:gd name="T9" fmla="*/ 444 h 445"/>
              <a:gd name="T10" fmla="*/ 389 w 390"/>
              <a:gd name="T11" fmla="*/ 444 h 445"/>
              <a:gd name="T12" fmla="*/ 389 w 390"/>
              <a:gd name="T13" fmla="*/ 28 h 445"/>
              <a:gd name="T14" fmla="*/ 371 w 390"/>
              <a:gd name="T15" fmla="*/ 0 h 445"/>
              <a:gd name="T16" fmla="*/ 221 w 390"/>
              <a:gd name="T17" fmla="*/ 151 h 445"/>
              <a:gd name="T18" fmla="*/ 221 w 390"/>
              <a:gd name="T19" fmla="*/ 151 h 445"/>
              <a:gd name="T20" fmla="*/ 168 w 390"/>
              <a:gd name="T21" fmla="*/ 151 h 445"/>
              <a:gd name="T22" fmla="*/ 141 w 390"/>
              <a:gd name="T23" fmla="*/ 178 h 445"/>
              <a:gd name="T24" fmla="*/ 141 w 390"/>
              <a:gd name="T25" fmla="*/ 444 h 445"/>
              <a:gd name="T26" fmla="*/ 248 w 390"/>
              <a:gd name="T27" fmla="*/ 444 h 445"/>
              <a:gd name="T28" fmla="*/ 248 w 390"/>
              <a:gd name="T29" fmla="*/ 178 h 445"/>
              <a:gd name="T30" fmla="*/ 221 w 390"/>
              <a:gd name="T31" fmla="*/ 151 h 445"/>
              <a:gd name="T32" fmla="*/ 70 w 390"/>
              <a:gd name="T33" fmla="*/ 302 h 445"/>
              <a:gd name="T34" fmla="*/ 70 w 390"/>
              <a:gd name="T35" fmla="*/ 302 h 445"/>
              <a:gd name="T36" fmla="*/ 17 w 390"/>
              <a:gd name="T37" fmla="*/ 302 h 445"/>
              <a:gd name="T38" fmla="*/ 0 w 390"/>
              <a:gd name="T39" fmla="*/ 319 h 445"/>
              <a:gd name="T40" fmla="*/ 0 w 390"/>
              <a:gd name="T41" fmla="*/ 444 h 445"/>
              <a:gd name="T42" fmla="*/ 97 w 390"/>
              <a:gd name="T43" fmla="*/ 444 h 445"/>
              <a:gd name="T44" fmla="*/ 97 w 390"/>
              <a:gd name="T45" fmla="*/ 319 h 445"/>
              <a:gd name="T46" fmla="*/ 70 w 390"/>
              <a:gd name="T47" fmla="*/ 302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0" h="445">
                <a:moveTo>
                  <a:pt x="371" y="0"/>
                </a:moveTo>
                <a:lnTo>
                  <a:pt x="371" y="0"/>
                </a:lnTo>
                <a:cubicBezTo>
                  <a:pt x="310" y="0"/>
                  <a:pt x="310" y="0"/>
                  <a:pt x="310" y="0"/>
                </a:cubicBezTo>
                <a:cubicBezTo>
                  <a:pt x="301" y="0"/>
                  <a:pt x="292" y="10"/>
                  <a:pt x="292" y="28"/>
                </a:cubicBezTo>
                <a:cubicBezTo>
                  <a:pt x="292" y="444"/>
                  <a:pt x="292" y="444"/>
                  <a:pt x="292" y="444"/>
                </a:cubicBezTo>
                <a:cubicBezTo>
                  <a:pt x="389" y="444"/>
                  <a:pt x="389" y="444"/>
                  <a:pt x="389" y="444"/>
                </a:cubicBezTo>
                <a:cubicBezTo>
                  <a:pt x="389" y="28"/>
                  <a:pt x="389" y="28"/>
                  <a:pt x="389" y="28"/>
                </a:cubicBezTo>
                <a:cubicBezTo>
                  <a:pt x="389" y="10"/>
                  <a:pt x="380" y="0"/>
                  <a:pt x="371" y="0"/>
                </a:cubicBezTo>
                <a:close/>
                <a:moveTo>
                  <a:pt x="221" y="151"/>
                </a:moveTo>
                <a:lnTo>
                  <a:pt x="221" y="151"/>
                </a:lnTo>
                <a:cubicBezTo>
                  <a:pt x="168" y="151"/>
                  <a:pt x="168" y="151"/>
                  <a:pt x="168" y="151"/>
                </a:cubicBezTo>
                <a:cubicBezTo>
                  <a:pt x="150" y="151"/>
                  <a:pt x="141" y="160"/>
                  <a:pt x="141" y="178"/>
                </a:cubicBezTo>
                <a:cubicBezTo>
                  <a:pt x="141" y="444"/>
                  <a:pt x="141" y="444"/>
                  <a:pt x="141" y="444"/>
                </a:cubicBezTo>
                <a:cubicBezTo>
                  <a:pt x="248" y="444"/>
                  <a:pt x="248" y="444"/>
                  <a:pt x="248" y="444"/>
                </a:cubicBezTo>
                <a:cubicBezTo>
                  <a:pt x="248" y="178"/>
                  <a:pt x="248" y="178"/>
                  <a:pt x="248" y="178"/>
                </a:cubicBezTo>
                <a:cubicBezTo>
                  <a:pt x="248" y="160"/>
                  <a:pt x="230" y="151"/>
                  <a:pt x="221" y="151"/>
                </a:cubicBezTo>
                <a:close/>
                <a:moveTo>
                  <a:pt x="70" y="302"/>
                </a:moveTo>
                <a:lnTo>
                  <a:pt x="70" y="302"/>
                </a:lnTo>
                <a:cubicBezTo>
                  <a:pt x="17" y="302"/>
                  <a:pt x="17" y="302"/>
                  <a:pt x="17" y="302"/>
                </a:cubicBezTo>
                <a:cubicBezTo>
                  <a:pt x="0" y="302"/>
                  <a:pt x="0" y="310"/>
                  <a:pt x="0" y="319"/>
                </a:cubicBezTo>
                <a:cubicBezTo>
                  <a:pt x="0" y="444"/>
                  <a:pt x="0" y="444"/>
                  <a:pt x="0" y="444"/>
                </a:cubicBezTo>
                <a:cubicBezTo>
                  <a:pt x="97" y="444"/>
                  <a:pt x="97" y="444"/>
                  <a:pt x="97" y="444"/>
                </a:cubicBezTo>
                <a:cubicBezTo>
                  <a:pt x="97" y="319"/>
                  <a:pt x="97" y="319"/>
                  <a:pt x="97" y="319"/>
                </a:cubicBezTo>
                <a:cubicBezTo>
                  <a:pt x="97" y="310"/>
                  <a:pt x="88" y="302"/>
                  <a:pt x="70" y="302"/>
                </a:cubicBezTo>
                <a:close/>
              </a:path>
            </a:pathLst>
          </a:custGeom>
          <a:solidFill>
            <a:schemeClr val="accent4"/>
          </a:solidFill>
          <a:ln>
            <a:solidFill>
              <a:schemeClr val="accent4"/>
            </a:solidFill>
          </a:ln>
          <a:effectLst/>
          <a:extLst>
            <a:ext uri="{91240B29-F687-4f45-9708-019B960494DF}"/>
            <a:ext uri="{AF507438-7753-43e0-B8FC-AC1667EBCBE1}"/>
          </a:ex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 name="ZoneTexte 9">
            <a:extLst>
              <a:ext uri="{FF2B5EF4-FFF2-40B4-BE49-F238E27FC236}">
                <a16:creationId xmlns:a16="http://schemas.microsoft.com/office/drawing/2014/main" id="{27FB333B-C4E7-91BC-6632-4CE03EF954AB}"/>
              </a:ext>
            </a:extLst>
          </p:cNvPr>
          <p:cNvSpPr txBox="1"/>
          <p:nvPr userDrawn="1"/>
        </p:nvSpPr>
        <p:spPr>
          <a:xfrm>
            <a:off x="788988" y="1373264"/>
            <a:ext cx="1075936"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chemeClr val="accent4"/>
                </a:solidFill>
              </a:rPr>
              <a:t>Le besoin</a:t>
            </a:r>
          </a:p>
        </p:txBody>
      </p:sp>
      <p:sp>
        <p:nvSpPr>
          <p:cNvPr id="11" name="ZoneTexte 10">
            <a:extLst>
              <a:ext uri="{FF2B5EF4-FFF2-40B4-BE49-F238E27FC236}">
                <a16:creationId xmlns:a16="http://schemas.microsoft.com/office/drawing/2014/main" id="{69BF50E1-FB1E-14F4-1E26-E8E0285F2733}"/>
              </a:ext>
            </a:extLst>
          </p:cNvPr>
          <p:cNvSpPr txBox="1"/>
          <p:nvPr userDrawn="1"/>
        </p:nvSpPr>
        <p:spPr>
          <a:xfrm>
            <a:off x="788988" y="2858940"/>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chemeClr val="accent4"/>
                </a:solidFill>
              </a:rPr>
              <a:t>Notre approche </a:t>
            </a:r>
          </a:p>
        </p:txBody>
      </p:sp>
      <p:sp>
        <p:nvSpPr>
          <p:cNvPr id="12" name="ZoneTexte 11">
            <a:extLst>
              <a:ext uri="{FF2B5EF4-FFF2-40B4-BE49-F238E27FC236}">
                <a16:creationId xmlns:a16="http://schemas.microsoft.com/office/drawing/2014/main" id="{061166C0-0F2B-90A9-9926-15CFB2273FCF}"/>
              </a:ext>
            </a:extLst>
          </p:cNvPr>
          <p:cNvSpPr txBox="1"/>
          <p:nvPr userDrawn="1"/>
        </p:nvSpPr>
        <p:spPr>
          <a:xfrm>
            <a:off x="788988" y="4892882"/>
            <a:ext cx="2652712" cy="313932"/>
          </a:xfrm>
          <a:prstGeom prst="rect">
            <a:avLst/>
          </a:prstGeom>
        </p:spPr>
        <p:txBody>
          <a:bodyPr vert="horz" lIns="91440" tIns="45720" rIns="91440" bIns="45720" rtlCol="0">
            <a:noAutofit/>
          </a:bodyPr>
          <a:lstStyle>
            <a:lvl1pPr lvl="0" indent="0">
              <a:lnSpc>
                <a:spcPct val="90000"/>
              </a:lnSpc>
              <a:spcBef>
                <a:spcPts val="1000"/>
              </a:spcBef>
              <a:buFont typeface="Arial" panose="020B0604020202020204" pitchFamily="34" charset="0"/>
              <a:buNone/>
              <a:defRPr sz="1600">
                <a:solidFill>
                  <a:schemeClr val="accent5"/>
                </a:solidFill>
                <a:latin typeface="Barlow Black" panose="00000A00000000000000" pitchFamily="2" charset="0"/>
              </a:defRPr>
            </a:lvl1pPr>
            <a:lvl2pPr marL="685800" indent="-228600">
              <a:lnSpc>
                <a:spcPct val="90000"/>
              </a:lnSpc>
              <a:spcBef>
                <a:spcPts val="500"/>
              </a:spcBef>
              <a:buFont typeface="Arial" panose="020B0604020202020204" pitchFamily="34" charset="0"/>
              <a:buChar char="•"/>
              <a:defRPr sz="2000">
                <a:solidFill>
                  <a:schemeClr val="accent5">
                    <a:lumMod val="20000"/>
                    <a:lumOff val="80000"/>
                  </a:schemeClr>
                </a:solidFill>
                <a:latin typeface="Barlow" panose="00000500000000000000" pitchFamily="2" charset="0"/>
              </a:defRPr>
            </a:lvl2pPr>
            <a:lvl3pPr marL="1143000" indent="-228600">
              <a:lnSpc>
                <a:spcPct val="90000"/>
              </a:lnSpc>
              <a:spcBef>
                <a:spcPts val="500"/>
              </a:spcBef>
              <a:buFont typeface="Arial" panose="020B0604020202020204" pitchFamily="34" charset="0"/>
              <a:buChar char="•"/>
              <a:defRPr>
                <a:solidFill>
                  <a:schemeClr val="accent5">
                    <a:lumMod val="20000"/>
                    <a:lumOff val="80000"/>
                  </a:schemeClr>
                </a:solidFill>
                <a:latin typeface="Barlow" panose="00000500000000000000" pitchFamily="2" charset="0"/>
              </a:defRPr>
            </a:lvl3pPr>
            <a:lvl4pPr marL="16002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4pPr>
            <a:lvl5pPr marL="2057400" indent="-228600">
              <a:lnSpc>
                <a:spcPct val="90000"/>
              </a:lnSpc>
              <a:spcBef>
                <a:spcPts val="500"/>
              </a:spcBef>
              <a:buFont typeface="Arial" panose="020B0604020202020204" pitchFamily="34" charset="0"/>
              <a:buChar char="•"/>
              <a:defRPr sz="1600">
                <a:solidFill>
                  <a:schemeClr val="accent5">
                    <a:lumMod val="20000"/>
                    <a:lumOff val="80000"/>
                  </a:schemeClr>
                </a:solidFill>
                <a:latin typeface="Barlow" panose="000005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fr-FR" dirty="0">
                <a:solidFill>
                  <a:schemeClr val="accent4"/>
                </a:solidFill>
              </a:rPr>
              <a:t>Les résultats</a:t>
            </a:r>
          </a:p>
        </p:txBody>
      </p:sp>
    </p:spTree>
    <p:extLst>
      <p:ext uri="{BB962C8B-B14F-4D97-AF65-F5344CB8AC3E}">
        <p14:creationId xmlns:p14="http://schemas.microsoft.com/office/powerpoint/2010/main" val="4082787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age de fin">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D397D66B-9911-5E07-B7C0-4F5898FE5ABB}"/>
              </a:ext>
            </a:extLst>
          </p:cNvPr>
          <p:cNvPicPr>
            <a:picLocks noChangeAspect="1"/>
          </p:cNvPicPr>
          <p:nvPr userDrawn="1"/>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4792853" y="1620831"/>
            <a:ext cx="2606294" cy="3227324"/>
          </a:xfrm>
          <a:prstGeom prst="rect">
            <a:avLst/>
          </a:prstGeom>
        </p:spPr>
      </p:pic>
      <p:sp>
        <p:nvSpPr>
          <p:cNvPr id="12" name="ZoneTexte 11">
            <a:extLst>
              <a:ext uri="{FF2B5EF4-FFF2-40B4-BE49-F238E27FC236}">
                <a16:creationId xmlns:a16="http://schemas.microsoft.com/office/drawing/2014/main" id="{99FE2B1E-4523-DBB5-EE33-00AD5FF8460F}"/>
              </a:ext>
            </a:extLst>
          </p:cNvPr>
          <p:cNvSpPr txBox="1"/>
          <p:nvPr userDrawn="1"/>
        </p:nvSpPr>
        <p:spPr>
          <a:xfrm>
            <a:off x="4604244" y="6369634"/>
            <a:ext cx="2983510" cy="400110"/>
          </a:xfrm>
          <a:prstGeom prst="rect">
            <a:avLst/>
          </a:prstGeom>
          <a:noFill/>
        </p:spPr>
        <p:txBody>
          <a:bodyPr wrap="none" rtlCol="0">
            <a:spAutoFit/>
          </a:bodyPr>
          <a:lstStyle/>
          <a:p>
            <a:pPr algn="ctr"/>
            <a:r>
              <a:rPr lang="fr-FR" sz="2000" dirty="0">
                <a:solidFill>
                  <a:schemeClr val="tx1"/>
                </a:solidFill>
                <a:latin typeface="Barlow" panose="00000500000000000000" pitchFamily="2" charset="0"/>
              </a:rPr>
              <a:t>www.quadratic-labs.com</a:t>
            </a:r>
          </a:p>
        </p:txBody>
      </p:sp>
    </p:spTree>
    <p:extLst>
      <p:ext uri="{BB962C8B-B14F-4D97-AF65-F5344CB8AC3E}">
        <p14:creationId xmlns:p14="http://schemas.microsoft.com/office/powerpoint/2010/main" val="250378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slideLayout" Target="../slideLayouts/slideLayout43.xml"/><Relationship Id="rId4" Type="http://schemas.openxmlformats.org/officeDocument/2006/relationships/slideLayout" Target="../slideLayouts/slideLayout44.xml"/><Relationship Id="rId5" Type="http://schemas.openxmlformats.org/officeDocument/2006/relationships/slideLayout" Target="../slideLayouts/slideLayout45.xml"/><Relationship Id="rId6" Type="http://schemas.openxmlformats.org/officeDocument/2006/relationships/slideLayout" Target="../slideLayouts/slideLayout46.xml"/><Relationship Id="rId7" Type="http://schemas.openxmlformats.org/officeDocument/2006/relationships/slideLayout" Target="../slideLayouts/slideLayout47.xml"/><Relationship Id="rId8" Type="http://schemas.openxmlformats.org/officeDocument/2006/relationships/slideLayout" Target="../slideLayouts/slideLayout48.xml"/><Relationship Id="rId9" Type="http://schemas.openxmlformats.org/officeDocument/2006/relationships/slideLayout" Target="../slideLayouts/slideLayout49.xml"/><Relationship Id="rId10" Type="http://schemas.openxmlformats.org/officeDocument/2006/relationships/slideLayout" Target="../slideLayouts/slideLayout50.xml"/><Relationship Id="rId11"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58072C6-36D0-F8A7-53EB-A3B496BD1580}"/>
              </a:ext>
            </a:extLst>
          </p:cNvPr>
          <p:cNvSpPr>
            <a:spLocks noGrp="1"/>
          </p:cNvSpPr>
          <p:nvPr>
            <p:ph type="title"/>
          </p:nvPr>
        </p:nvSpPr>
        <p:spPr>
          <a:xfrm>
            <a:off x="261303" y="226902"/>
            <a:ext cx="11669395" cy="623702"/>
          </a:xfrm>
          <a:prstGeom prst="rect">
            <a:avLst/>
          </a:prstGeom>
        </p:spPr>
        <p:txBody>
          <a:bodyPr vert="horz" lIns="91440" tIns="45720" rIns="91440" bIns="45720" rtlCol="0" anchor="ctr">
            <a:normAutofit/>
          </a:bodyPr>
          <a:lstStyle/>
          <a:p>
            <a:r>
              <a:rPr lang="fr-FR" dirty="0"/>
              <a:t>Modifiez le style du titre </a:t>
            </a:r>
            <a:r>
              <a:rPr lang="fr-FR" dirty="0" err="1"/>
              <a:t>Quadratic</a:t>
            </a:r>
            <a:endParaRPr lang="fr-FR" dirty="0"/>
          </a:p>
        </p:txBody>
      </p:sp>
      <p:sp>
        <p:nvSpPr>
          <p:cNvPr id="3" name="Espace réservé du texte 2">
            <a:extLst>
              <a:ext uri="{FF2B5EF4-FFF2-40B4-BE49-F238E27FC236}">
                <a16:creationId xmlns:a16="http://schemas.microsoft.com/office/drawing/2014/main" id="{DA491199-9622-C604-0889-ABF764DFC430}"/>
              </a:ext>
            </a:extLst>
          </p:cNvPr>
          <p:cNvSpPr>
            <a:spLocks noGrp="1"/>
          </p:cNvSpPr>
          <p:nvPr>
            <p:ph type="body" idx="1"/>
          </p:nvPr>
        </p:nvSpPr>
        <p:spPr>
          <a:xfrm>
            <a:off x="261303" y="1531088"/>
            <a:ext cx="11669395" cy="4645875"/>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6D7873B9-E013-9777-3E40-D7999A232F7C}"/>
              </a:ext>
            </a:extLst>
          </p:cNvPr>
          <p:cNvSpPr>
            <a:spLocks noGrp="1"/>
          </p:cNvSpPr>
          <p:nvPr>
            <p:ph type="dt" sz="half" idx="2"/>
          </p:nvPr>
        </p:nvSpPr>
        <p:spPr>
          <a:xfrm>
            <a:off x="261303" y="6356349"/>
            <a:ext cx="2743200" cy="365125"/>
          </a:xfrm>
          <a:prstGeom prst="rect">
            <a:avLst/>
          </a:prstGeom>
        </p:spPr>
        <p:txBody>
          <a:bodyPr vert="horz" lIns="91440" tIns="45720" rIns="91440" bIns="45720" rtlCol="0" anchor="ctr"/>
          <a:lstStyle>
            <a:lvl1pPr algn="l">
              <a:defRPr sz="1200">
                <a:solidFill>
                  <a:schemeClr val="tx1">
                    <a:tint val="75000"/>
                  </a:schemeClr>
                </a:solidFill>
                <a:latin typeface="Barlow" panose="00000500000000000000" pitchFamily="2" charset="0"/>
              </a:defRPr>
            </a:lvl1pPr>
          </a:lstStyle>
          <a:p>
            <a:fld id="{8F3230D4-045D-4F5F-B7DD-867668423751}" type="datetime1">
              <a:rPr lang="fr-FR" smtClean="0"/>
              <a:t>09/01/2024</a:t>
            </a:fld>
            <a:endParaRPr lang="fr-FR"/>
          </a:p>
        </p:txBody>
      </p:sp>
      <p:sp>
        <p:nvSpPr>
          <p:cNvPr id="5" name="Espace réservé du pied de page 4">
            <a:extLst>
              <a:ext uri="{FF2B5EF4-FFF2-40B4-BE49-F238E27FC236}">
                <a16:creationId xmlns:a16="http://schemas.microsoft.com/office/drawing/2014/main" id="{01DB2D21-49CD-C9E7-3B60-A67A7CC051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arlow" panose="00000500000000000000" pitchFamily="2" charset="0"/>
              </a:defRPr>
            </a:lvl1p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231BF07E-78BC-BDEE-0422-026EE6D7FD4F}"/>
              </a:ext>
            </a:extLst>
          </p:cNvPr>
          <p:cNvSpPr>
            <a:spLocks noGrp="1"/>
          </p:cNvSpPr>
          <p:nvPr>
            <p:ph type="sldNum" sz="quarter" idx="4"/>
          </p:nvPr>
        </p:nvSpPr>
        <p:spPr>
          <a:xfrm>
            <a:off x="9187497"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arlow" panose="00000500000000000000" pitchFamily="2" charset="0"/>
              </a:defRPr>
            </a:lvl1pPr>
          </a:lstStyle>
          <a:p>
            <a:fld id="{41DD7FD0-8CCF-4985-AE30-D6D48D0A42D3}" type="slidenum">
              <a:rPr lang="fr-FR" smtClean="0"/>
              <a:pPr/>
              <a:t>‹N°›</a:t>
            </a:fld>
            <a:endParaRPr lang="fr-FR"/>
          </a:p>
        </p:txBody>
      </p:sp>
    </p:spTree>
    <p:extLst>
      <p:ext uri="{BB962C8B-B14F-4D97-AF65-F5344CB8AC3E}">
        <p14:creationId xmlns:p14="http://schemas.microsoft.com/office/powerpoint/2010/main" val="1883923277"/>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59" r:id="rId9"/>
    <p:sldLayoutId id="2147483728" r:id="rId10"/>
  </p:sldLayoutIdLst>
  <p:hf hdr="0"/>
  <p:txStyles>
    <p:titleStyle>
      <a:lvl1pPr algn="l" defTabSz="914400" rtl="0" eaLnBrk="1" latinLnBrk="0" hangingPunct="1">
        <a:lnSpc>
          <a:spcPct val="90000"/>
        </a:lnSpc>
        <a:spcBef>
          <a:spcPct val="0"/>
        </a:spcBef>
        <a:buNone/>
        <a:defRPr sz="3600" kern="1200">
          <a:solidFill>
            <a:schemeClr val="tx1"/>
          </a:solidFill>
          <a:latin typeface="Barlow Light"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58072C6-36D0-F8A7-53EB-A3B496BD1580}"/>
              </a:ext>
            </a:extLst>
          </p:cNvPr>
          <p:cNvSpPr>
            <a:spLocks noGrp="1"/>
          </p:cNvSpPr>
          <p:nvPr>
            <p:ph type="title"/>
          </p:nvPr>
        </p:nvSpPr>
        <p:spPr>
          <a:xfrm>
            <a:off x="261303" y="226902"/>
            <a:ext cx="11669395" cy="623702"/>
          </a:xfrm>
          <a:prstGeom prst="rect">
            <a:avLst/>
          </a:prstGeom>
        </p:spPr>
        <p:txBody>
          <a:bodyPr vert="horz" lIns="91440" tIns="45720" rIns="91440" bIns="45720" rtlCol="0" anchor="ctr">
            <a:normAutofit/>
          </a:bodyPr>
          <a:lstStyle/>
          <a:p>
            <a:r>
              <a:rPr lang="fr-FR" dirty="0"/>
              <a:t>Modifiez le style du titre </a:t>
            </a:r>
            <a:r>
              <a:rPr lang="fr-FR" dirty="0" err="1"/>
              <a:t>Quadratic</a:t>
            </a:r>
            <a:endParaRPr lang="fr-FR" dirty="0"/>
          </a:p>
        </p:txBody>
      </p:sp>
      <p:sp>
        <p:nvSpPr>
          <p:cNvPr id="3" name="Espace réservé du texte 2">
            <a:extLst>
              <a:ext uri="{FF2B5EF4-FFF2-40B4-BE49-F238E27FC236}">
                <a16:creationId xmlns:a16="http://schemas.microsoft.com/office/drawing/2014/main" id="{DA491199-9622-C604-0889-ABF764DFC430}"/>
              </a:ext>
            </a:extLst>
          </p:cNvPr>
          <p:cNvSpPr>
            <a:spLocks noGrp="1"/>
          </p:cNvSpPr>
          <p:nvPr>
            <p:ph type="body" idx="1"/>
          </p:nvPr>
        </p:nvSpPr>
        <p:spPr>
          <a:xfrm>
            <a:off x="261303" y="1531088"/>
            <a:ext cx="11669395" cy="4645875"/>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6D7873B9-E013-9777-3E40-D7999A232F7C}"/>
              </a:ext>
            </a:extLst>
          </p:cNvPr>
          <p:cNvSpPr>
            <a:spLocks noGrp="1"/>
          </p:cNvSpPr>
          <p:nvPr>
            <p:ph type="dt" sz="half" idx="2"/>
          </p:nvPr>
        </p:nvSpPr>
        <p:spPr>
          <a:xfrm>
            <a:off x="261303" y="6356349"/>
            <a:ext cx="2743200" cy="365125"/>
          </a:xfrm>
          <a:prstGeom prst="rect">
            <a:avLst/>
          </a:prstGeom>
        </p:spPr>
        <p:txBody>
          <a:bodyPr vert="horz" lIns="91440" tIns="45720" rIns="91440" bIns="45720" rtlCol="0" anchor="ctr"/>
          <a:lstStyle>
            <a:lvl1pPr algn="l">
              <a:defRPr sz="1200">
                <a:solidFill>
                  <a:schemeClr val="tx1">
                    <a:tint val="75000"/>
                  </a:schemeClr>
                </a:solidFill>
                <a:latin typeface="Barlow" panose="00000500000000000000" pitchFamily="2" charset="0"/>
              </a:defRPr>
            </a:lvl1pPr>
          </a:lstStyle>
          <a:p>
            <a:fld id="{8F3230D4-045D-4F5F-B7DD-867668423751}" type="datetime1">
              <a:rPr lang="fr-FR" smtClean="0"/>
              <a:t>09/01/2024</a:t>
            </a:fld>
            <a:endParaRPr lang="fr-FR"/>
          </a:p>
        </p:txBody>
      </p:sp>
      <p:sp>
        <p:nvSpPr>
          <p:cNvPr id="5" name="Espace réservé du pied de page 4">
            <a:extLst>
              <a:ext uri="{FF2B5EF4-FFF2-40B4-BE49-F238E27FC236}">
                <a16:creationId xmlns:a16="http://schemas.microsoft.com/office/drawing/2014/main" id="{01DB2D21-49CD-C9E7-3B60-A67A7CC051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arlow" panose="00000500000000000000" pitchFamily="2" charset="0"/>
              </a:defRPr>
            </a:lvl1p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231BF07E-78BC-BDEE-0422-026EE6D7FD4F}"/>
              </a:ext>
            </a:extLst>
          </p:cNvPr>
          <p:cNvSpPr>
            <a:spLocks noGrp="1"/>
          </p:cNvSpPr>
          <p:nvPr>
            <p:ph type="sldNum" sz="quarter" idx="4"/>
          </p:nvPr>
        </p:nvSpPr>
        <p:spPr>
          <a:xfrm>
            <a:off x="9187497"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arlow" panose="00000500000000000000" pitchFamily="2" charset="0"/>
              </a:defRPr>
            </a:lvl1pPr>
          </a:lstStyle>
          <a:p>
            <a:fld id="{41DD7FD0-8CCF-4985-AE30-D6D48D0A42D3}" type="slidenum">
              <a:rPr lang="fr-FR" smtClean="0"/>
              <a:pPr/>
              <a:t>‹N°›</a:t>
            </a:fld>
            <a:endParaRPr lang="fr-FR"/>
          </a:p>
        </p:txBody>
      </p:sp>
    </p:spTree>
    <p:extLst>
      <p:ext uri="{BB962C8B-B14F-4D97-AF65-F5344CB8AC3E}">
        <p14:creationId xmlns:p14="http://schemas.microsoft.com/office/powerpoint/2010/main" val="71856171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60" r:id="rId9"/>
    <p:sldLayoutId id="2147483717" r:id="rId10"/>
  </p:sldLayoutIdLst>
  <p:hf hdr="0"/>
  <p:txStyles>
    <p:titleStyle>
      <a:lvl1pPr algn="l" defTabSz="914400" rtl="0" eaLnBrk="1" latinLnBrk="0" hangingPunct="1">
        <a:lnSpc>
          <a:spcPct val="90000"/>
        </a:lnSpc>
        <a:spcBef>
          <a:spcPct val="0"/>
        </a:spcBef>
        <a:buNone/>
        <a:defRPr sz="3600" kern="1200">
          <a:solidFill>
            <a:schemeClr val="tx1"/>
          </a:solidFill>
          <a:latin typeface="Barlow Light"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58072C6-36D0-F8A7-53EB-A3B496BD1580}"/>
              </a:ext>
            </a:extLst>
          </p:cNvPr>
          <p:cNvSpPr>
            <a:spLocks noGrp="1"/>
          </p:cNvSpPr>
          <p:nvPr>
            <p:ph type="title"/>
          </p:nvPr>
        </p:nvSpPr>
        <p:spPr>
          <a:xfrm>
            <a:off x="261303" y="226902"/>
            <a:ext cx="11669395" cy="623702"/>
          </a:xfrm>
          <a:prstGeom prst="rect">
            <a:avLst/>
          </a:prstGeom>
        </p:spPr>
        <p:txBody>
          <a:bodyPr vert="horz" lIns="91440" tIns="45720" rIns="91440" bIns="45720" rtlCol="0" anchor="ctr">
            <a:normAutofit/>
          </a:bodyPr>
          <a:lstStyle/>
          <a:p>
            <a:r>
              <a:rPr lang="fr-FR" dirty="0"/>
              <a:t>Modifiez le style du titre </a:t>
            </a:r>
            <a:r>
              <a:rPr lang="fr-FR" dirty="0" err="1"/>
              <a:t>Quadratic</a:t>
            </a:r>
            <a:endParaRPr lang="fr-FR" dirty="0"/>
          </a:p>
        </p:txBody>
      </p:sp>
      <p:sp>
        <p:nvSpPr>
          <p:cNvPr id="3" name="Espace réservé du texte 2">
            <a:extLst>
              <a:ext uri="{FF2B5EF4-FFF2-40B4-BE49-F238E27FC236}">
                <a16:creationId xmlns:a16="http://schemas.microsoft.com/office/drawing/2014/main" id="{DA491199-9622-C604-0889-ABF764DFC430}"/>
              </a:ext>
            </a:extLst>
          </p:cNvPr>
          <p:cNvSpPr>
            <a:spLocks noGrp="1"/>
          </p:cNvSpPr>
          <p:nvPr>
            <p:ph type="body" idx="1"/>
          </p:nvPr>
        </p:nvSpPr>
        <p:spPr>
          <a:xfrm>
            <a:off x="261303" y="1531088"/>
            <a:ext cx="11669395" cy="4645875"/>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6D7873B9-E013-9777-3E40-D7999A232F7C}"/>
              </a:ext>
            </a:extLst>
          </p:cNvPr>
          <p:cNvSpPr>
            <a:spLocks noGrp="1"/>
          </p:cNvSpPr>
          <p:nvPr>
            <p:ph type="dt" sz="half" idx="2"/>
          </p:nvPr>
        </p:nvSpPr>
        <p:spPr>
          <a:xfrm>
            <a:off x="261303" y="6356349"/>
            <a:ext cx="2743200" cy="365125"/>
          </a:xfrm>
          <a:prstGeom prst="rect">
            <a:avLst/>
          </a:prstGeom>
        </p:spPr>
        <p:txBody>
          <a:bodyPr vert="horz" lIns="91440" tIns="45720" rIns="91440" bIns="45720" rtlCol="0" anchor="ctr"/>
          <a:lstStyle>
            <a:lvl1pPr algn="l">
              <a:defRPr sz="1200">
                <a:solidFill>
                  <a:schemeClr val="tx1">
                    <a:tint val="75000"/>
                  </a:schemeClr>
                </a:solidFill>
                <a:latin typeface="Barlow" panose="00000500000000000000" pitchFamily="2" charset="0"/>
              </a:defRPr>
            </a:lvl1pPr>
          </a:lstStyle>
          <a:p>
            <a:fld id="{8F3230D4-045D-4F5F-B7DD-867668423751}" type="datetime1">
              <a:rPr lang="fr-FR" smtClean="0"/>
              <a:t>09/01/2024</a:t>
            </a:fld>
            <a:endParaRPr lang="fr-FR"/>
          </a:p>
        </p:txBody>
      </p:sp>
      <p:sp>
        <p:nvSpPr>
          <p:cNvPr id="5" name="Espace réservé du pied de page 4">
            <a:extLst>
              <a:ext uri="{FF2B5EF4-FFF2-40B4-BE49-F238E27FC236}">
                <a16:creationId xmlns:a16="http://schemas.microsoft.com/office/drawing/2014/main" id="{01DB2D21-49CD-C9E7-3B60-A67A7CC051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arlow" panose="00000500000000000000" pitchFamily="2" charset="0"/>
              </a:defRPr>
            </a:lvl1p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231BF07E-78BC-BDEE-0422-026EE6D7FD4F}"/>
              </a:ext>
            </a:extLst>
          </p:cNvPr>
          <p:cNvSpPr>
            <a:spLocks noGrp="1"/>
          </p:cNvSpPr>
          <p:nvPr>
            <p:ph type="sldNum" sz="quarter" idx="4"/>
          </p:nvPr>
        </p:nvSpPr>
        <p:spPr>
          <a:xfrm>
            <a:off x="9187497"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arlow" panose="00000500000000000000" pitchFamily="2" charset="0"/>
              </a:defRPr>
            </a:lvl1pPr>
          </a:lstStyle>
          <a:p>
            <a:fld id="{41DD7FD0-8CCF-4985-AE30-D6D48D0A42D3}" type="slidenum">
              <a:rPr lang="fr-FR" smtClean="0"/>
              <a:pPr/>
              <a:t>‹N°›</a:t>
            </a:fld>
            <a:endParaRPr lang="fr-FR"/>
          </a:p>
        </p:txBody>
      </p:sp>
    </p:spTree>
    <p:extLst>
      <p:ext uri="{BB962C8B-B14F-4D97-AF65-F5344CB8AC3E}">
        <p14:creationId xmlns:p14="http://schemas.microsoft.com/office/powerpoint/2010/main" val="1043690940"/>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61" r:id="rId9"/>
    <p:sldLayoutId id="2147483738" r:id="rId10"/>
  </p:sldLayoutIdLst>
  <p:hf hdr="0"/>
  <p:txStyles>
    <p:titleStyle>
      <a:lvl1pPr algn="l" defTabSz="914400" rtl="0" eaLnBrk="1" latinLnBrk="0" hangingPunct="1">
        <a:lnSpc>
          <a:spcPct val="90000"/>
        </a:lnSpc>
        <a:spcBef>
          <a:spcPct val="0"/>
        </a:spcBef>
        <a:buNone/>
        <a:defRPr sz="3600" kern="1200">
          <a:solidFill>
            <a:schemeClr val="tx1"/>
          </a:solidFill>
          <a:latin typeface="Barlow Light"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58072C6-36D0-F8A7-53EB-A3B496BD1580}"/>
              </a:ext>
            </a:extLst>
          </p:cNvPr>
          <p:cNvSpPr>
            <a:spLocks noGrp="1"/>
          </p:cNvSpPr>
          <p:nvPr>
            <p:ph type="title"/>
          </p:nvPr>
        </p:nvSpPr>
        <p:spPr>
          <a:xfrm>
            <a:off x="261303" y="226902"/>
            <a:ext cx="11669395" cy="623702"/>
          </a:xfrm>
          <a:prstGeom prst="rect">
            <a:avLst/>
          </a:prstGeom>
        </p:spPr>
        <p:txBody>
          <a:bodyPr vert="horz" lIns="91440" tIns="45720" rIns="91440" bIns="45720" rtlCol="0" anchor="ctr">
            <a:normAutofit/>
          </a:bodyPr>
          <a:lstStyle/>
          <a:p>
            <a:r>
              <a:rPr lang="fr-FR" dirty="0"/>
              <a:t>Modifiez le style du titre </a:t>
            </a:r>
            <a:r>
              <a:rPr lang="fr-FR" dirty="0" err="1"/>
              <a:t>Quadratic</a:t>
            </a:r>
            <a:endParaRPr lang="fr-FR" dirty="0"/>
          </a:p>
        </p:txBody>
      </p:sp>
      <p:sp>
        <p:nvSpPr>
          <p:cNvPr id="3" name="Espace réservé du texte 2">
            <a:extLst>
              <a:ext uri="{FF2B5EF4-FFF2-40B4-BE49-F238E27FC236}">
                <a16:creationId xmlns:a16="http://schemas.microsoft.com/office/drawing/2014/main" id="{DA491199-9622-C604-0889-ABF764DFC430}"/>
              </a:ext>
            </a:extLst>
          </p:cNvPr>
          <p:cNvSpPr>
            <a:spLocks noGrp="1"/>
          </p:cNvSpPr>
          <p:nvPr>
            <p:ph type="body" idx="1"/>
          </p:nvPr>
        </p:nvSpPr>
        <p:spPr>
          <a:xfrm>
            <a:off x="261303" y="1531088"/>
            <a:ext cx="11669395" cy="4645875"/>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6D7873B9-E013-9777-3E40-D7999A232F7C}"/>
              </a:ext>
            </a:extLst>
          </p:cNvPr>
          <p:cNvSpPr>
            <a:spLocks noGrp="1"/>
          </p:cNvSpPr>
          <p:nvPr>
            <p:ph type="dt" sz="half" idx="2"/>
          </p:nvPr>
        </p:nvSpPr>
        <p:spPr>
          <a:xfrm>
            <a:off x="261303" y="6356349"/>
            <a:ext cx="2743200" cy="365125"/>
          </a:xfrm>
          <a:prstGeom prst="rect">
            <a:avLst/>
          </a:prstGeom>
        </p:spPr>
        <p:txBody>
          <a:bodyPr vert="horz" lIns="91440" tIns="45720" rIns="91440" bIns="45720" rtlCol="0" anchor="ctr"/>
          <a:lstStyle>
            <a:lvl1pPr algn="l">
              <a:defRPr sz="1200">
                <a:solidFill>
                  <a:schemeClr val="tx1">
                    <a:tint val="75000"/>
                  </a:schemeClr>
                </a:solidFill>
                <a:latin typeface="Barlow" panose="00000500000000000000" pitchFamily="2" charset="0"/>
              </a:defRPr>
            </a:lvl1pPr>
          </a:lstStyle>
          <a:p>
            <a:fld id="{8F3230D4-045D-4F5F-B7DD-867668423751}" type="datetime1">
              <a:rPr lang="fr-FR" smtClean="0"/>
              <a:t>09/01/2024</a:t>
            </a:fld>
            <a:endParaRPr lang="fr-FR"/>
          </a:p>
        </p:txBody>
      </p:sp>
      <p:sp>
        <p:nvSpPr>
          <p:cNvPr id="5" name="Espace réservé du pied de page 4">
            <a:extLst>
              <a:ext uri="{FF2B5EF4-FFF2-40B4-BE49-F238E27FC236}">
                <a16:creationId xmlns:a16="http://schemas.microsoft.com/office/drawing/2014/main" id="{01DB2D21-49CD-C9E7-3B60-A67A7CC051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arlow" panose="00000500000000000000" pitchFamily="2" charset="0"/>
              </a:defRPr>
            </a:lvl1p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231BF07E-78BC-BDEE-0422-026EE6D7FD4F}"/>
              </a:ext>
            </a:extLst>
          </p:cNvPr>
          <p:cNvSpPr>
            <a:spLocks noGrp="1"/>
          </p:cNvSpPr>
          <p:nvPr>
            <p:ph type="sldNum" sz="quarter" idx="4"/>
          </p:nvPr>
        </p:nvSpPr>
        <p:spPr>
          <a:xfrm>
            <a:off x="9187497"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arlow" panose="00000500000000000000" pitchFamily="2" charset="0"/>
              </a:defRPr>
            </a:lvl1pPr>
          </a:lstStyle>
          <a:p>
            <a:fld id="{41DD7FD0-8CCF-4985-AE30-D6D48D0A42D3}" type="slidenum">
              <a:rPr lang="fr-FR" smtClean="0"/>
              <a:pPr/>
              <a:t>‹N°›</a:t>
            </a:fld>
            <a:endParaRPr lang="fr-FR"/>
          </a:p>
        </p:txBody>
      </p:sp>
    </p:spTree>
    <p:extLst>
      <p:ext uri="{BB962C8B-B14F-4D97-AF65-F5344CB8AC3E}">
        <p14:creationId xmlns:p14="http://schemas.microsoft.com/office/powerpoint/2010/main" val="331335904"/>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62" r:id="rId9"/>
    <p:sldLayoutId id="2147483748" r:id="rId10"/>
  </p:sldLayoutIdLst>
  <p:hf hdr="0"/>
  <p:txStyles>
    <p:titleStyle>
      <a:lvl1pPr algn="l" defTabSz="914400" rtl="0" eaLnBrk="1" latinLnBrk="0" hangingPunct="1">
        <a:lnSpc>
          <a:spcPct val="90000"/>
        </a:lnSpc>
        <a:spcBef>
          <a:spcPct val="0"/>
        </a:spcBef>
        <a:buNone/>
        <a:defRPr sz="3600" kern="1200">
          <a:solidFill>
            <a:schemeClr val="tx1"/>
          </a:solidFill>
          <a:latin typeface="Barlow Light"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58072C6-36D0-F8A7-53EB-A3B496BD1580}"/>
              </a:ext>
            </a:extLst>
          </p:cNvPr>
          <p:cNvSpPr>
            <a:spLocks noGrp="1"/>
          </p:cNvSpPr>
          <p:nvPr>
            <p:ph type="title"/>
          </p:nvPr>
        </p:nvSpPr>
        <p:spPr>
          <a:xfrm>
            <a:off x="261303" y="226902"/>
            <a:ext cx="11669395" cy="623702"/>
          </a:xfrm>
          <a:prstGeom prst="rect">
            <a:avLst/>
          </a:prstGeom>
        </p:spPr>
        <p:txBody>
          <a:bodyPr vert="horz" lIns="91440" tIns="45720" rIns="91440" bIns="45720" rtlCol="0" anchor="ctr">
            <a:normAutofit/>
          </a:bodyPr>
          <a:lstStyle/>
          <a:p>
            <a:r>
              <a:rPr lang="fr-FR" dirty="0"/>
              <a:t>Modifiez le style du titre </a:t>
            </a:r>
            <a:r>
              <a:rPr lang="fr-FR" dirty="0" err="1"/>
              <a:t>Quadratic</a:t>
            </a:r>
            <a:endParaRPr lang="fr-FR" dirty="0"/>
          </a:p>
        </p:txBody>
      </p:sp>
      <p:sp>
        <p:nvSpPr>
          <p:cNvPr id="3" name="Espace réservé du texte 2">
            <a:extLst>
              <a:ext uri="{FF2B5EF4-FFF2-40B4-BE49-F238E27FC236}">
                <a16:creationId xmlns:a16="http://schemas.microsoft.com/office/drawing/2014/main" id="{DA491199-9622-C604-0889-ABF764DFC430}"/>
              </a:ext>
            </a:extLst>
          </p:cNvPr>
          <p:cNvSpPr>
            <a:spLocks noGrp="1"/>
          </p:cNvSpPr>
          <p:nvPr>
            <p:ph type="body" idx="1"/>
          </p:nvPr>
        </p:nvSpPr>
        <p:spPr>
          <a:xfrm>
            <a:off x="261303" y="1531088"/>
            <a:ext cx="11669395" cy="4645875"/>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6D7873B9-E013-9777-3E40-D7999A232F7C}"/>
              </a:ext>
            </a:extLst>
          </p:cNvPr>
          <p:cNvSpPr>
            <a:spLocks noGrp="1"/>
          </p:cNvSpPr>
          <p:nvPr>
            <p:ph type="dt" sz="half" idx="2"/>
          </p:nvPr>
        </p:nvSpPr>
        <p:spPr>
          <a:xfrm>
            <a:off x="261303" y="6356349"/>
            <a:ext cx="2743200" cy="365125"/>
          </a:xfrm>
          <a:prstGeom prst="rect">
            <a:avLst/>
          </a:prstGeom>
        </p:spPr>
        <p:txBody>
          <a:bodyPr vert="horz" lIns="91440" tIns="45720" rIns="91440" bIns="45720" rtlCol="0" anchor="ctr"/>
          <a:lstStyle>
            <a:lvl1pPr algn="l">
              <a:defRPr sz="1200">
                <a:solidFill>
                  <a:schemeClr val="tx1">
                    <a:tint val="75000"/>
                  </a:schemeClr>
                </a:solidFill>
                <a:latin typeface="Barlow" panose="00000500000000000000" pitchFamily="2" charset="0"/>
              </a:defRPr>
            </a:lvl1pPr>
          </a:lstStyle>
          <a:p>
            <a:fld id="{8F3230D4-045D-4F5F-B7DD-867668423751}" type="datetime1">
              <a:rPr lang="fr-FR" smtClean="0"/>
              <a:t>09/01/2024</a:t>
            </a:fld>
            <a:endParaRPr lang="fr-FR"/>
          </a:p>
        </p:txBody>
      </p:sp>
      <p:sp>
        <p:nvSpPr>
          <p:cNvPr id="5" name="Espace réservé du pied de page 4">
            <a:extLst>
              <a:ext uri="{FF2B5EF4-FFF2-40B4-BE49-F238E27FC236}">
                <a16:creationId xmlns:a16="http://schemas.microsoft.com/office/drawing/2014/main" id="{01DB2D21-49CD-C9E7-3B60-A67A7CC051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arlow" panose="00000500000000000000" pitchFamily="2" charset="0"/>
              </a:defRPr>
            </a:lvl1pPr>
          </a:lstStyle>
          <a:p>
            <a:r>
              <a:rPr lang="fr-FR"/>
              <a:t>Pied de page (copyright, rappel du titre, etc.)</a:t>
            </a:r>
          </a:p>
        </p:txBody>
      </p:sp>
      <p:sp>
        <p:nvSpPr>
          <p:cNvPr id="6" name="Espace réservé du numéro de diapositive 5">
            <a:extLst>
              <a:ext uri="{FF2B5EF4-FFF2-40B4-BE49-F238E27FC236}">
                <a16:creationId xmlns:a16="http://schemas.microsoft.com/office/drawing/2014/main" id="{231BF07E-78BC-BDEE-0422-026EE6D7FD4F}"/>
              </a:ext>
            </a:extLst>
          </p:cNvPr>
          <p:cNvSpPr>
            <a:spLocks noGrp="1"/>
          </p:cNvSpPr>
          <p:nvPr>
            <p:ph type="sldNum" sz="quarter" idx="4"/>
          </p:nvPr>
        </p:nvSpPr>
        <p:spPr>
          <a:xfrm>
            <a:off x="9187497"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arlow" panose="00000500000000000000" pitchFamily="2" charset="0"/>
              </a:defRPr>
            </a:lvl1pPr>
          </a:lstStyle>
          <a:p>
            <a:fld id="{41DD7FD0-8CCF-4985-AE30-D6D48D0A42D3}" type="slidenum">
              <a:rPr lang="fr-FR" smtClean="0"/>
              <a:pPr/>
              <a:t>‹N°›</a:t>
            </a:fld>
            <a:endParaRPr lang="fr-FR"/>
          </a:p>
        </p:txBody>
      </p:sp>
    </p:spTree>
    <p:extLst>
      <p:ext uri="{BB962C8B-B14F-4D97-AF65-F5344CB8AC3E}">
        <p14:creationId xmlns:p14="http://schemas.microsoft.com/office/powerpoint/2010/main" val="370762626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63" r:id="rId9"/>
    <p:sldLayoutId id="2147483758" r:id="rId10"/>
  </p:sldLayoutIdLst>
  <p:hf hdr="0"/>
  <p:txStyles>
    <p:titleStyle>
      <a:lvl1pPr algn="l" defTabSz="914400" rtl="0" eaLnBrk="1" latinLnBrk="0" hangingPunct="1">
        <a:lnSpc>
          <a:spcPct val="90000"/>
        </a:lnSpc>
        <a:spcBef>
          <a:spcPct val="0"/>
        </a:spcBef>
        <a:buNone/>
        <a:defRPr sz="3600" kern="1200">
          <a:solidFill>
            <a:schemeClr val="tx1"/>
          </a:solidFill>
          <a:latin typeface="Barlow Light"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rlow"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106FED-07CD-4F02-5494-A90847FEE030}"/>
              </a:ext>
            </a:extLst>
          </p:cNvPr>
          <p:cNvSpPr>
            <a:spLocks noGrp="1"/>
          </p:cNvSpPr>
          <p:nvPr>
            <p:ph type="ctrTitle"/>
          </p:nvPr>
        </p:nvSpPr>
        <p:spPr/>
        <p:txBody>
          <a:bodyPr anchor="t"/>
          <a:lstStyle/>
          <a:p>
            <a:r>
              <a:rPr lang="fr-FR" dirty="0"/>
              <a:t>Quadratic Data </a:t>
            </a:r>
            <a:br>
              <a:rPr lang="fr-FR" dirty="0"/>
            </a:br>
            <a:r>
              <a:rPr lang="fr-FR" sz="3200" b="0" i="1" dirty="0"/>
              <a:t>Test de recrutement</a:t>
            </a:r>
          </a:p>
        </p:txBody>
      </p:sp>
      <p:sp>
        <p:nvSpPr>
          <p:cNvPr id="3" name="Sous-titre 2">
            <a:extLst>
              <a:ext uri="{FF2B5EF4-FFF2-40B4-BE49-F238E27FC236}">
                <a16:creationId xmlns:a16="http://schemas.microsoft.com/office/drawing/2014/main" id="{842FCD4E-741D-1383-A6AC-44F8FDA76F86}"/>
              </a:ext>
            </a:extLst>
          </p:cNvPr>
          <p:cNvSpPr>
            <a:spLocks noGrp="1"/>
          </p:cNvSpPr>
          <p:nvPr>
            <p:ph type="subTitle" idx="1"/>
          </p:nvPr>
        </p:nvSpPr>
        <p:spPr>
          <a:xfrm>
            <a:off x="4377909" y="2101214"/>
            <a:ext cx="7509291" cy="3969175"/>
          </a:xfrm>
        </p:spPr>
        <p:txBody>
          <a:bodyPr>
            <a:normAutofit fontScale="85000" lnSpcReduction="10000"/>
          </a:bodyPr>
          <a:lstStyle/>
          <a:p>
            <a:pPr marL="0" indent="0">
              <a:buNone/>
            </a:pPr>
            <a:r>
              <a:rPr lang="fr-FR" sz="1400" dirty="0"/>
              <a:t>Ce document et le jeu de données associé «  QuadraticData_Test_Donnees.xlsx » constituent un cas pratique de manipulation de données.</a:t>
            </a:r>
          </a:p>
          <a:p>
            <a:pPr marL="0" indent="0">
              <a:buNone/>
            </a:pPr>
            <a:r>
              <a:rPr lang="fr-FR" sz="1400" dirty="0"/>
              <a:t>L’objectif de l’exercice est d’importer et de manipuler les données afin de pouvoir compléter les slides 3 et 4 du document.</a:t>
            </a:r>
          </a:p>
          <a:p>
            <a:pPr marL="0" indent="0">
              <a:buNone/>
            </a:pPr>
            <a:endParaRPr lang="fr-FR" sz="1400" dirty="0"/>
          </a:p>
          <a:p>
            <a:pPr marL="742950" lvl="1" indent="-285750" algn="l">
              <a:buFont typeface="Arial" panose="020B0604020202020204" pitchFamily="34" charset="0"/>
              <a:buChar char="•"/>
            </a:pPr>
            <a:r>
              <a:rPr lang="fr-FR" sz="1400" dirty="0"/>
              <a:t>Slide 2 : Description du modèle de données </a:t>
            </a:r>
          </a:p>
          <a:p>
            <a:pPr marL="742950" lvl="1" indent="-285750" algn="l">
              <a:buFont typeface="Arial" panose="020B0604020202020204" pitchFamily="34" charset="0"/>
              <a:buChar char="•"/>
            </a:pPr>
            <a:endParaRPr lang="fr-FR" sz="1400" dirty="0"/>
          </a:p>
          <a:p>
            <a:pPr marL="742950" lvl="1" indent="-285750" algn="l">
              <a:buFont typeface="Arial" panose="020B0604020202020204" pitchFamily="34" charset="0"/>
              <a:buChar char="•"/>
            </a:pPr>
            <a:r>
              <a:rPr lang="fr-FR" sz="1400" dirty="0"/>
              <a:t>Slide 3 : </a:t>
            </a:r>
          </a:p>
          <a:p>
            <a:pPr marL="1200150" lvl="2" indent="-285750" algn="l">
              <a:buFont typeface="Arial" panose="020B0604020202020204" pitchFamily="34" charset="0"/>
              <a:buChar char="•"/>
            </a:pPr>
            <a:r>
              <a:rPr lang="fr-FR" sz="1400" dirty="0"/>
              <a:t>Section de gauche : Faire un graphique du chiffre d’affaires par pays et écrire en dessous le pays avec le CA le plus fort en précisant son CA et le pourcentage que cela représente</a:t>
            </a:r>
          </a:p>
          <a:p>
            <a:pPr marL="1200150" lvl="2" indent="-285750" algn="l">
              <a:buFont typeface="Arial" panose="020B0604020202020204" pitchFamily="34" charset="0"/>
              <a:buChar char="•"/>
            </a:pPr>
            <a:r>
              <a:rPr lang="fr-FR" sz="1400" dirty="0"/>
              <a:t>Section de droite : Faire un graphique de l’évolution entre 2019 et 2020 du chiffre d'affaires par pays et écrire en dessous le pays avec la plus forte augmentation de CA en montant et en pourcentage</a:t>
            </a:r>
          </a:p>
          <a:p>
            <a:pPr marL="742950" lvl="1" indent="-285750" algn="l">
              <a:buFont typeface="Arial" panose="020B0604020202020204" pitchFamily="34" charset="0"/>
              <a:buChar char="•"/>
            </a:pPr>
            <a:endParaRPr lang="fr-FR" sz="1400" dirty="0"/>
          </a:p>
          <a:p>
            <a:pPr marL="742950" lvl="1" indent="-285750" algn="l">
              <a:buFont typeface="Arial" panose="020B0604020202020204" pitchFamily="34" charset="0"/>
              <a:buChar char="•"/>
            </a:pPr>
            <a:r>
              <a:rPr lang="fr-FR" sz="1400" dirty="0"/>
              <a:t>Slide 4 : </a:t>
            </a:r>
          </a:p>
          <a:p>
            <a:pPr marL="1200150" lvl="2" indent="-285750" algn="l">
              <a:buFont typeface="Arial" panose="020B0604020202020204" pitchFamily="34" charset="0"/>
              <a:buChar char="•"/>
            </a:pPr>
            <a:r>
              <a:rPr lang="fr-FR" sz="1400" dirty="0"/>
              <a:t>Section de gauche : Faire un graphique de la marge par produit et écrire en dessous le produit ayant généré le plus de marge en précisant sa marge et le pourcentage que cela représente</a:t>
            </a:r>
          </a:p>
          <a:p>
            <a:pPr marL="1200150" lvl="2" indent="-285750" algn="l">
              <a:buFont typeface="Arial" panose="020B0604020202020204" pitchFamily="34" charset="0"/>
              <a:buChar char="•"/>
            </a:pPr>
            <a:r>
              <a:rPr lang="fr-FR" sz="1400" dirty="0"/>
              <a:t>Section de droite : Faire un graphique de la répartition de la marge par pays pour le produit ayant généré le plus de marge et écrire en dessous le pays dans lequel la plus grande part de cette marge est faite en précisant cette marge et le pourcentage que cela représente</a:t>
            </a:r>
          </a:p>
          <a:p>
            <a:pPr marL="0" indent="0">
              <a:buNone/>
            </a:pPr>
            <a:endParaRPr lang="fr-FR" dirty="0"/>
          </a:p>
        </p:txBody>
      </p:sp>
      <p:sp>
        <p:nvSpPr>
          <p:cNvPr id="4" name="ZoneTexte 3">
            <a:extLst>
              <a:ext uri="{FF2B5EF4-FFF2-40B4-BE49-F238E27FC236}">
                <a16:creationId xmlns:a16="http://schemas.microsoft.com/office/drawing/2014/main" id="{D30E2AF7-F985-9DE7-D8E1-819875CE5040}"/>
              </a:ext>
            </a:extLst>
          </p:cNvPr>
          <p:cNvSpPr txBox="1"/>
          <p:nvPr/>
        </p:nvSpPr>
        <p:spPr>
          <a:xfrm>
            <a:off x="400975" y="6491058"/>
            <a:ext cx="11424081" cy="261610"/>
          </a:xfrm>
          <a:prstGeom prst="rect">
            <a:avLst/>
          </a:prstGeom>
          <a:noFill/>
        </p:spPr>
        <p:txBody>
          <a:bodyPr wrap="square" rtlCol="0">
            <a:spAutoFit/>
          </a:bodyPr>
          <a:lstStyle/>
          <a:p>
            <a:r>
              <a:rPr lang="fr-FR" sz="1100" i="1" dirty="0"/>
              <a:t>Ce document et le jeu de données «  QuadraticData_Test_Donnees.xlsx » ont été créé par Quadratic Data et sont réservés à l’usage de leurs salariés et de leurs candidats</a:t>
            </a:r>
          </a:p>
        </p:txBody>
      </p:sp>
    </p:spTree>
    <p:extLst>
      <p:ext uri="{BB962C8B-B14F-4D97-AF65-F5344CB8AC3E}">
        <p14:creationId xmlns:p14="http://schemas.microsoft.com/office/powerpoint/2010/main" val="3063345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990B8CB0-74C5-D8CB-EE0B-F327E66829FC}"/>
              </a:ext>
            </a:extLst>
          </p:cNvPr>
          <p:cNvSpPr>
            <a:spLocks noGrp="1"/>
          </p:cNvSpPr>
          <p:nvPr>
            <p:ph type="sldNum" sz="quarter" idx="12"/>
          </p:nvPr>
        </p:nvSpPr>
        <p:spPr/>
        <p:txBody>
          <a:bodyPr/>
          <a:lstStyle/>
          <a:p>
            <a:fld id="{41DD7FD0-8CCF-4985-AE30-D6D48D0A42D3}" type="slidenum">
              <a:rPr lang="fr-FR" smtClean="0"/>
              <a:pPr/>
              <a:t>2</a:t>
            </a:fld>
            <a:endParaRPr lang="fr-FR"/>
          </a:p>
        </p:txBody>
      </p:sp>
      <p:sp>
        <p:nvSpPr>
          <p:cNvPr id="5" name="Titre 4">
            <a:extLst>
              <a:ext uri="{FF2B5EF4-FFF2-40B4-BE49-F238E27FC236}">
                <a16:creationId xmlns:a16="http://schemas.microsoft.com/office/drawing/2014/main" id="{7042B4E3-2017-43BA-FC2A-46DE1A381A1F}"/>
              </a:ext>
            </a:extLst>
          </p:cNvPr>
          <p:cNvSpPr>
            <a:spLocks noGrp="1"/>
          </p:cNvSpPr>
          <p:nvPr>
            <p:ph type="title"/>
          </p:nvPr>
        </p:nvSpPr>
        <p:spPr/>
        <p:txBody>
          <a:bodyPr/>
          <a:lstStyle/>
          <a:p>
            <a:r>
              <a:rPr lang="fr-FR" dirty="0"/>
              <a:t>M</a:t>
            </a:r>
            <a:r>
              <a:rPr lang="fr-FR" sz="3600" dirty="0"/>
              <a:t>odèle de données</a:t>
            </a:r>
            <a:endParaRPr lang="fr-FR" dirty="0"/>
          </a:p>
        </p:txBody>
      </p:sp>
      <p:sp>
        <p:nvSpPr>
          <p:cNvPr id="6" name="Rectangle 5">
            <a:extLst>
              <a:ext uri="{FF2B5EF4-FFF2-40B4-BE49-F238E27FC236}">
                <a16:creationId xmlns:a16="http://schemas.microsoft.com/office/drawing/2014/main" id="{5BD46CBD-63D2-452C-5A37-2E6857F55939}"/>
              </a:ext>
            </a:extLst>
          </p:cNvPr>
          <p:cNvSpPr/>
          <p:nvPr/>
        </p:nvSpPr>
        <p:spPr>
          <a:xfrm>
            <a:off x="7750206" y="889985"/>
            <a:ext cx="1692000" cy="337352"/>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err="1">
                <a:solidFill>
                  <a:schemeClr val="tx1"/>
                </a:solidFill>
              </a:rPr>
              <a:t>Vente_Pays</a:t>
            </a:r>
            <a:endParaRPr lang="fr-FR" sz="1400" b="1" dirty="0">
              <a:solidFill>
                <a:schemeClr val="tx1"/>
              </a:solidFill>
            </a:endParaRPr>
          </a:p>
        </p:txBody>
      </p:sp>
      <p:sp>
        <p:nvSpPr>
          <p:cNvPr id="7" name="Rectangle 6">
            <a:extLst>
              <a:ext uri="{FF2B5EF4-FFF2-40B4-BE49-F238E27FC236}">
                <a16:creationId xmlns:a16="http://schemas.microsoft.com/office/drawing/2014/main" id="{78AEBC48-9F94-9C84-A23E-D344DE048DE7}"/>
              </a:ext>
            </a:extLst>
          </p:cNvPr>
          <p:cNvSpPr/>
          <p:nvPr/>
        </p:nvSpPr>
        <p:spPr>
          <a:xfrm>
            <a:off x="7750206" y="1227337"/>
            <a:ext cx="1692000" cy="19086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fr-FR" sz="1100" b="1" dirty="0">
                <a:solidFill>
                  <a:schemeClr val="tx1"/>
                </a:solidFill>
              </a:rPr>
              <a:t>Pays</a:t>
            </a:r>
          </a:p>
          <a:p>
            <a:pPr marL="285750" indent="-285750">
              <a:buFont typeface="Arial" panose="020B0604020202020204" pitchFamily="34" charset="0"/>
              <a:buChar char="•"/>
            </a:pPr>
            <a:r>
              <a:rPr lang="fr-FR" sz="1200" b="1" dirty="0">
                <a:solidFill>
                  <a:schemeClr val="tx1"/>
                </a:solidFill>
              </a:rPr>
              <a:t>Produit</a:t>
            </a:r>
          </a:p>
          <a:p>
            <a:pPr marL="285750" indent="-285750">
              <a:buFont typeface="Arial" panose="020B0604020202020204" pitchFamily="34" charset="0"/>
              <a:buChar char="•"/>
            </a:pPr>
            <a:r>
              <a:rPr lang="fr-FR" sz="1200" b="1" dirty="0" err="1">
                <a:solidFill>
                  <a:schemeClr val="tx1"/>
                </a:solidFill>
              </a:rPr>
              <a:t>Annee</a:t>
            </a:r>
            <a:endParaRPr lang="fr-FR" sz="1200" b="1" dirty="0">
              <a:solidFill>
                <a:schemeClr val="tx1"/>
              </a:solidFill>
            </a:endParaRPr>
          </a:p>
          <a:p>
            <a:pPr marL="285750" indent="-285750">
              <a:buFont typeface="Arial" panose="020B0604020202020204" pitchFamily="34" charset="0"/>
              <a:buChar char="•"/>
            </a:pPr>
            <a:r>
              <a:rPr lang="fr-FR" sz="1200" dirty="0" err="1">
                <a:solidFill>
                  <a:schemeClr val="tx1"/>
                </a:solidFill>
              </a:rPr>
              <a:t>Nb_unite</a:t>
            </a:r>
            <a:endParaRPr lang="fr-FR" sz="1200" dirty="0">
              <a:solidFill>
                <a:schemeClr val="tx1"/>
              </a:solidFill>
            </a:endParaRPr>
          </a:p>
          <a:p>
            <a:pPr marL="285750" indent="-285750">
              <a:buFont typeface="Arial" panose="020B0604020202020204" pitchFamily="34" charset="0"/>
              <a:buChar char="•"/>
            </a:pPr>
            <a:r>
              <a:rPr lang="fr-FR" sz="1200" dirty="0">
                <a:solidFill>
                  <a:schemeClr val="tx1"/>
                </a:solidFill>
              </a:rPr>
              <a:t>CA</a:t>
            </a:r>
          </a:p>
        </p:txBody>
      </p:sp>
      <p:sp>
        <p:nvSpPr>
          <p:cNvPr id="8" name="Rectangle 7">
            <a:extLst>
              <a:ext uri="{FF2B5EF4-FFF2-40B4-BE49-F238E27FC236}">
                <a16:creationId xmlns:a16="http://schemas.microsoft.com/office/drawing/2014/main" id="{7B205DD8-59CF-D8C0-1655-B8875EB00D67}"/>
              </a:ext>
            </a:extLst>
          </p:cNvPr>
          <p:cNvSpPr/>
          <p:nvPr/>
        </p:nvSpPr>
        <p:spPr>
          <a:xfrm>
            <a:off x="5332520" y="3552545"/>
            <a:ext cx="1692000" cy="337352"/>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Cout</a:t>
            </a:r>
          </a:p>
        </p:txBody>
      </p:sp>
      <p:sp>
        <p:nvSpPr>
          <p:cNvPr id="9" name="Rectangle 8">
            <a:extLst>
              <a:ext uri="{FF2B5EF4-FFF2-40B4-BE49-F238E27FC236}">
                <a16:creationId xmlns:a16="http://schemas.microsoft.com/office/drawing/2014/main" id="{B6E449F4-C2C0-63F5-0249-4B576EABA11A}"/>
              </a:ext>
            </a:extLst>
          </p:cNvPr>
          <p:cNvSpPr/>
          <p:nvPr/>
        </p:nvSpPr>
        <p:spPr>
          <a:xfrm>
            <a:off x="5332520" y="3889897"/>
            <a:ext cx="1692000" cy="19086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fr-FR" sz="1200" b="1" dirty="0">
                <a:solidFill>
                  <a:schemeClr val="tx1"/>
                </a:solidFill>
              </a:rPr>
              <a:t>Produit</a:t>
            </a:r>
          </a:p>
          <a:p>
            <a:pPr marL="285750" indent="-285750">
              <a:buFont typeface="Arial" panose="020B0604020202020204" pitchFamily="34" charset="0"/>
              <a:buChar char="•"/>
            </a:pPr>
            <a:r>
              <a:rPr lang="fr-FR" sz="1200" dirty="0" err="1">
                <a:solidFill>
                  <a:schemeClr val="tx1"/>
                </a:solidFill>
              </a:rPr>
              <a:t>Cout_France</a:t>
            </a:r>
            <a:endParaRPr lang="fr-FR" sz="1200" dirty="0">
              <a:solidFill>
                <a:schemeClr val="tx1"/>
              </a:solidFill>
            </a:endParaRPr>
          </a:p>
          <a:p>
            <a:pPr marL="285750" indent="-285750">
              <a:buFont typeface="Arial" panose="020B0604020202020204" pitchFamily="34" charset="0"/>
              <a:buChar char="•"/>
            </a:pPr>
            <a:r>
              <a:rPr lang="fr-FR" sz="1200" dirty="0" err="1">
                <a:solidFill>
                  <a:schemeClr val="tx1"/>
                </a:solidFill>
              </a:rPr>
              <a:t>Cout_Allemagne</a:t>
            </a:r>
            <a:endParaRPr lang="fr-FR" sz="1200" dirty="0">
              <a:solidFill>
                <a:schemeClr val="tx1"/>
              </a:solidFill>
            </a:endParaRPr>
          </a:p>
          <a:p>
            <a:pPr marL="285750" indent="-285750">
              <a:buFont typeface="Arial" panose="020B0604020202020204" pitchFamily="34" charset="0"/>
              <a:buChar char="•"/>
            </a:pPr>
            <a:r>
              <a:rPr lang="fr-FR" sz="1200" dirty="0" err="1">
                <a:solidFill>
                  <a:schemeClr val="tx1"/>
                </a:solidFill>
              </a:rPr>
              <a:t>Cout_Pologne</a:t>
            </a:r>
            <a:endParaRPr lang="fr-FR" sz="1200" dirty="0">
              <a:solidFill>
                <a:schemeClr val="tx1"/>
              </a:solidFill>
            </a:endParaRPr>
          </a:p>
        </p:txBody>
      </p:sp>
      <p:sp>
        <p:nvSpPr>
          <p:cNvPr id="10" name="Rectangle 9">
            <a:extLst>
              <a:ext uri="{FF2B5EF4-FFF2-40B4-BE49-F238E27FC236}">
                <a16:creationId xmlns:a16="http://schemas.microsoft.com/office/drawing/2014/main" id="{16F9CB9B-887B-4933-9E1D-00E519B09260}"/>
              </a:ext>
            </a:extLst>
          </p:cNvPr>
          <p:cNvSpPr/>
          <p:nvPr/>
        </p:nvSpPr>
        <p:spPr>
          <a:xfrm>
            <a:off x="2306714" y="1546933"/>
            <a:ext cx="1692000" cy="337352"/>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err="1">
                <a:solidFill>
                  <a:schemeClr val="tx1"/>
                </a:solidFill>
              </a:rPr>
              <a:t>Referentiel_Produit</a:t>
            </a:r>
            <a:endParaRPr lang="fr-FR" sz="1400" b="1" dirty="0">
              <a:solidFill>
                <a:schemeClr val="tx1"/>
              </a:solidFill>
            </a:endParaRPr>
          </a:p>
        </p:txBody>
      </p:sp>
      <p:sp>
        <p:nvSpPr>
          <p:cNvPr id="11" name="Rectangle 10">
            <a:extLst>
              <a:ext uri="{FF2B5EF4-FFF2-40B4-BE49-F238E27FC236}">
                <a16:creationId xmlns:a16="http://schemas.microsoft.com/office/drawing/2014/main" id="{9AA42436-0DAE-D359-DBA6-4C0736DB0574}"/>
              </a:ext>
            </a:extLst>
          </p:cNvPr>
          <p:cNvSpPr/>
          <p:nvPr/>
        </p:nvSpPr>
        <p:spPr>
          <a:xfrm>
            <a:off x="2306714" y="1884285"/>
            <a:ext cx="1692000" cy="19086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fr-FR" sz="1200" b="1" dirty="0">
                <a:solidFill>
                  <a:schemeClr val="tx1"/>
                </a:solidFill>
              </a:rPr>
              <a:t>Produit</a:t>
            </a:r>
          </a:p>
          <a:p>
            <a:pPr marL="285750" indent="-285750">
              <a:buFont typeface="Arial" panose="020B0604020202020204" pitchFamily="34" charset="0"/>
              <a:buChar char="•"/>
            </a:pPr>
            <a:r>
              <a:rPr lang="fr-FR" sz="1200" dirty="0" err="1">
                <a:solidFill>
                  <a:schemeClr val="tx1"/>
                </a:solidFill>
              </a:rPr>
              <a:t>Lib_Produit</a:t>
            </a:r>
            <a:endParaRPr lang="fr-FR" sz="1200" dirty="0">
              <a:solidFill>
                <a:schemeClr val="tx1"/>
              </a:solidFill>
            </a:endParaRPr>
          </a:p>
          <a:p>
            <a:pPr marL="285750" indent="-285750">
              <a:buFont typeface="Arial" panose="020B0604020202020204" pitchFamily="34" charset="0"/>
              <a:buChar char="•"/>
            </a:pPr>
            <a:r>
              <a:rPr lang="fr-FR" sz="1200" dirty="0">
                <a:solidFill>
                  <a:schemeClr val="tx1"/>
                </a:solidFill>
              </a:rPr>
              <a:t>Prix</a:t>
            </a:r>
          </a:p>
        </p:txBody>
      </p:sp>
      <p:cxnSp>
        <p:nvCxnSpPr>
          <p:cNvPr id="12" name="Connecteur : en angle 11">
            <a:extLst>
              <a:ext uri="{FF2B5EF4-FFF2-40B4-BE49-F238E27FC236}">
                <a16:creationId xmlns:a16="http://schemas.microsoft.com/office/drawing/2014/main" id="{EFA8767C-09B9-5BAC-5082-ACEA88ABEEE2}"/>
              </a:ext>
            </a:extLst>
          </p:cNvPr>
          <p:cNvCxnSpPr>
            <a:stCxn id="7" idx="1"/>
            <a:endCxn id="11" idx="3"/>
          </p:cNvCxnSpPr>
          <p:nvPr/>
        </p:nvCxnSpPr>
        <p:spPr>
          <a:xfrm rot="10800000" flipV="1">
            <a:off x="3998714" y="2181687"/>
            <a:ext cx="3751492" cy="656948"/>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Connecteur : en angle 12">
            <a:extLst>
              <a:ext uri="{FF2B5EF4-FFF2-40B4-BE49-F238E27FC236}">
                <a16:creationId xmlns:a16="http://schemas.microsoft.com/office/drawing/2014/main" id="{3906201C-5A39-E2A0-E664-4CE5E110BA6A}"/>
              </a:ext>
            </a:extLst>
          </p:cNvPr>
          <p:cNvCxnSpPr>
            <a:stCxn id="11" idx="2"/>
            <a:endCxn id="9" idx="1"/>
          </p:cNvCxnSpPr>
          <p:nvPr/>
        </p:nvCxnSpPr>
        <p:spPr>
          <a:xfrm rot="16200000" flipH="1">
            <a:off x="3716986" y="3228712"/>
            <a:ext cx="1051263" cy="2179806"/>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Connecteur : en angle 13">
            <a:extLst>
              <a:ext uri="{FF2B5EF4-FFF2-40B4-BE49-F238E27FC236}">
                <a16:creationId xmlns:a16="http://schemas.microsoft.com/office/drawing/2014/main" id="{3816DEF9-52BE-D8CC-7269-DFDB53A65FA4}"/>
              </a:ext>
            </a:extLst>
          </p:cNvPr>
          <p:cNvCxnSpPr>
            <a:stCxn id="9" idx="3"/>
            <a:endCxn id="7" idx="2"/>
          </p:cNvCxnSpPr>
          <p:nvPr/>
        </p:nvCxnSpPr>
        <p:spPr>
          <a:xfrm flipV="1">
            <a:off x="7024520" y="3136036"/>
            <a:ext cx="1571686" cy="1708211"/>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FB076DA3-AD92-1A21-F8FC-5C4BB23A19BA}"/>
              </a:ext>
            </a:extLst>
          </p:cNvPr>
          <p:cNvSpPr txBox="1"/>
          <p:nvPr/>
        </p:nvSpPr>
        <p:spPr>
          <a:xfrm>
            <a:off x="5538218" y="2371660"/>
            <a:ext cx="672484" cy="276999"/>
          </a:xfrm>
          <a:prstGeom prst="rect">
            <a:avLst/>
          </a:prstGeom>
          <a:noFill/>
        </p:spPr>
        <p:txBody>
          <a:bodyPr wrap="square">
            <a:spAutoFit/>
          </a:bodyPr>
          <a:lstStyle/>
          <a:p>
            <a:r>
              <a:rPr lang="fr-FR" sz="1200" i="1" dirty="0">
                <a:solidFill>
                  <a:schemeClr val="tx1"/>
                </a:solidFill>
              </a:rPr>
              <a:t>Produit</a:t>
            </a:r>
            <a:endParaRPr lang="fr-FR" i="1" dirty="0"/>
          </a:p>
        </p:txBody>
      </p:sp>
      <p:sp>
        <p:nvSpPr>
          <p:cNvPr id="16" name="ZoneTexte 15">
            <a:extLst>
              <a:ext uri="{FF2B5EF4-FFF2-40B4-BE49-F238E27FC236}">
                <a16:creationId xmlns:a16="http://schemas.microsoft.com/office/drawing/2014/main" id="{3785460C-D6DD-579D-3B95-ACC7A2A6B602}"/>
              </a:ext>
            </a:extLst>
          </p:cNvPr>
          <p:cNvSpPr txBox="1"/>
          <p:nvPr/>
        </p:nvSpPr>
        <p:spPr>
          <a:xfrm>
            <a:off x="3424592" y="4608832"/>
            <a:ext cx="672484" cy="276999"/>
          </a:xfrm>
          <a:prstGeom prst="rect">
            <a:avLst/>
          </a:prstGeom>
          <a:noFill/>
        </p:spPr>
        <p:txBody>
          <a:bodyPr wrap="square">
            <a:spAutoFit/>
          </a:bodyPr>
          <a:lstStyle/>
          <a:p>
            <a:r>
              <a:rPr lang="fr-FR" sz="1200" i="1" dirty="0">
                <a:solidFill>
                  <a:schemeClr val="tx1"/>
                </a:solidFill>
              </a:rPr>
              <a:t>Produit</a:t>
            </a:r>
            <a:endParaRPr lang="fr-FR" i="1" dirty="0"/>
          </a:p>
        </p:txBody>
      </p:sp>
      <p:sp>
        <p:nvSpPr>
          <p:cNvPr id="17" name="ZoneTexte 16">
            <a:extLst>
              <a:ext uri="{FF2B5EF4-FFF2-40B4-BE49-F238E27FC236}">
                <a16:creationId xmlns:a16="http://schemas.microsoft.com/office/drawing/2014/main" id="{7DCF1631-2C34-FB01-E0D0-3CC93FB57E63}"/>
              </a:ext>
            </a:extLst>
          </p:cNvPr>
          <p:cNvSpPr txBox="1"/>
          <p:nvPr/>
        </p:nvSpPr>
        <p:spPr>
          <a:xfrm>
            <a:off x="7923722" y="4608831"/>
            <a:ext cx="672484" cy="276999"/>
          </a:xfrm>
          <a:prstGeom prst="rect">
            <a:avLst/>
          </a:prstGeom>
          <a:noFill/>
        </p:spPr>
        <p:txBody>
          <a:bodyPr wrap="square">
            <a:spAutoFit/>
          </a:bodyPr>
          <a:lstStyle/>
          <a:p>
            <a:r>
              <a:rPr lang="fr-FR" sz="1200" i="1" dirty="0">
                <a:solidFill>
                  <a:schemeClr val="tx1"/>
                </a:solidFill>
              </a:rPr>
              <a:t>Produit</a:t>
            </a:r>
            <a:endParaRPr lang="fr-FR" i="1" dirty="0"/>
          </a:p>
        </p:txBody>
      </p:sp>
      <p:sp>
        <p:nvSpPr>
          <p:cNvPr id="18" name="ZoneTexte 17">
            <a:extLst>
              <a:ext uri="{FF2B5EF4-FFF2-40B4-BE49-F238E27FC236}">
                <a16:creationId xmlns:a16="http://schemas.microsoft.com/office/drawing/2014/main" id="{6BC455E7-8B00-FDFE-599C-4E0BE9C16E2B}"/>
              </a:ext>
            </a:extLst>
          </p:cNvPr>
          <p:cNvSpPr txBox="1"/>
          <p:nvPr/>
        </p:nvSpPr>
        <p:spPr>
          <a:xfrm>
            <a:off x="7024520" y="4582636"/>
            <a:ext cx="266330" cy="261610"/>
          </a:xfrm>
          <a:prstGeom prst="rect">
            <a:avLst/>
          </a:prstGeom>
          <a:noFill/>
        </p:spPr>
        <p:txBody>
          <a:bodyPr wrap="square" rtlCol="0">
            <a:spAutoFit/>
          </a:bodyPr>
          <a:lstStyle/>
          <a:p>
            <a:r>
              <a:rPr lang="fr-FR" sz="1100" dirty="0"/>
              <a:t>1</a:t>
            </a:r>
          </a:p>
        </p:txBody>
      </p:sp>
      <p:sp>
        <p:nvSpPr>
          <p:cNvPr id="19" name="ZoneTexte 18">
            <a:extLst>
              <a:ext uri="{FF2B5EF4-FFF2-40B4-BE49-F238E27FC236}">
                <a16:creationId xmlns:a16="http://schemas.microsoft.com/office/drawing/2014/main" id="{1DBC0CB5-AEEE-C268-EFB7-5CD6EE3F2241}"/>
              </a:ext>
            </a:extLst>
          </p:cNvPr>
          <p:cNvSpPr txBox="1"/>
          <p:nvPr/>
        </p:nvSpPr>
        <p:spPr>
          <a:xfrm>
            <a:off x="5066192" y="4582636"/>
            <a:ext cx="266330" cy="261610"/>
          </a:xfrm>
          <a:prstGeom prst="rect">
            <a:avLst/>
          </a:prstGeom>
          <a:noFill/>
        </p:spPr>
        <p:txBody>
          <a:bodyPr wrap="square" rtlCol="0">
            <a:spAutoFit/>
          </a:bodyPr>
          <a:lstStyle/>
          <a:p>
            <a:r>
              <a:rPr lang="fr-FR" sz="1100" dirty="0"/>
              <a:t>1</a:t>
            </a:r>
          </a:p>
        </p:txBody>
      </p:sp>
      <p:sp>
        <p:nvSpPr>
          <p:cNvPr id="20" name="ZoneTexte 19">
            <a:extLst>
              <a:ext uri="{FF2B5EF4-FFF2-40B4-BE49-F238E27FC236}">
                <a16:creationId xmlns:a16="http://schemas.microsoft.com/office/drawing/2014/main" id="{F3BF5AFA-3C0B-82B5-E785-17FA3DF51DA9}"/>
              </a:ext>
            </a:extLst>
          </p:cNvPr>
          <p:cNvSpPr txBox="1"/>
          <p:nvPr/>
        </p:nvSpPr>
        <p:spPr>
          <a:xfrm>
            <a:off x="3140875" y="3859336"/>
            <a:ext cx="266330" cy="261610"/>
          </a:xfrm>
          <a:prstGeom prst="rect">
            <a:avLst/>
          </a:prstGeom>
          <a:noFill/>
        </p:spPr>
        <p:txBody>
          <a:bodyPr wrap="square" rtlCol="0">
            <a:spAutoFit/>
          </a:bodyPr>
          <a:lstStyle/>
          <a:p>
            <a:r>
              <a:rPr lang="fr-FR" sz="1100" dirty="0"/>
              <a:t>1</a:t>
            </a:r>
          </a:p>
        </p:txBody>
      </p:sp>
      <p:sp>
        <p:nvSpPr>
          <p:cNvPr id="21" name="ZoneTexte 20">
            <a:extLst>
              <a:ext uri="{FF2B5EF4-FFF2-40B4-BE49-F238E27FC236}">
                <a16:creationId xmlns:a16="http://schemas.microsoft.com/office/drawing/2014/main" id="{BCF90A4A-440C-82D6-A152-89B214BB79C7}"/>
              </a:ext>
            </a:extLst>
          </p:cNvPr>
          <p:cNvSpPr txBox="1"/>
          <p:nvPr/>
        </p:nvSpPr>
        <p:spPr>
          <a:xfrm>
            <a:off x="4032404" y="2597817"/>
            <a:ext cx="266330" cy="261610"/>
          </a:xfrm>
          <a:prstGeom prst="rect">
            <a:avLst/>
          </a:prstGeom>
          <a:noFill/>
        </p:spPr>
        <p:txBody>
          <a:bodyPr wrap="square" rtlCol="0">
            <a:spAutoFit/>
          </a:bodyPr>
          <a:lstStyle/>
          <a:p>
            <a:r>
              <a:rPr lang="fr-FR" sz="1100" dirty="0"/>
              <a:t>1</a:t>
            </a:r>
          </a:p>
        </p:txBody>
      </p:sp>
      <p:sp>
        <p:nvSpPr>
          <p:cNvPr id="22" name="ZoneTexte 21">
            <a:extLst>
              <a:ext uri="{FF2B5EF4-FFF2-40B4-BE49-F238E27FC236}">
                <a16:creationId xmlns:a16="http://schemas.microsoft.com/office/drawing/2014/main" id="{DA2D10D9-D996-C5A0-497D-C39927D179B4}"/>
              </a:ext>
            </a:extLst>
          </p:cNvPr>
          <p:cNvSpPr txBox="1"/>
          <p:nvPr/>
        </p:nvSpPr>
        <p:spPr>
          <a:xfrm>
            <a:off x="7434372" y="1952320"/>
            <a:ext cx="266330" cy="261610"/>
          </a:xfrm>
          <a:prstGeom prst="rect">
            <a:avLst/>
          </a:prstGeom>
          <a:noFill/>
        </p:spPr>
        <p:txBody>
          <a:bodyPr wrap="square" rtlCol="0">
            <a:spAutoFit/>
          </a:bodyPr>
          <a:lstStyle/>
          <a:p>
            <a:r>
              <a:rPr lang="fr-FR" sz="1100" dirty="0"/>
              <a:t>*</a:t>
            </a:r>
          </a:p>
        </p:txBody>
      </p:sp>
      <p:sp>
        <p:nvSpPr>
          <p:cNvPr id="23" name="ZoneTexte 22">
            <a:extLst>
              <a:ext uri="{FF2B5EF4-FFF2-40B4-BE49-F238E27FC236}">
                <a16:creationId xmlns:a16="http://schemas.microsoft.com/office/drawing/2014/main" id="{314A0B75-67D7-E029-87B9-EAD47202603A}"/>
              </a:ext>
            </a:extLst>
          </p:cNvPr>
          <p:cNvSpPr txBox="1"/>
          <p:nvPr/>
        </p:nvSpPr>
        <p:spPr>
          <a:xfrm>
            <a:off x="8329876" y="3191944"/>
            <a:ext cx="266330" cy="261610"/>
          </a:xfrm>
          <a:prstGeom prst="rect">
            <a:avLst/>
          </a:prstGeom>
          <a:noFill/>
        </p:spPr>
        <p:txBody>
          <a:bodyPr wrap="square" rtlCol="0">
            <a:spAutoFit/>
          </a:bodyPr>
          <a:lstStyle/>
          <a:p>
            <a:r>
              <a:rPr lang="fr-FR" sz="1100" dirty="0"/>
              <a:t>*</a:t>
            </a:r>
          </a:p>
        </p:txBody>
      </p:sp>
      <p:sp>
        <p:nvSpPr>
          <p:cNvPr id="24" name="ZoneTexte 23">
            <a:extLst>
              <a:ext uri="{FF2B5EF4-FFF2-40B4-BE49-F238E27FC236}">
                <a16:creationId xmlns:a16="http://schemas.microsoft.com/office/drawing/2014/main" id="{0FF58C96-03FD-8DBB-4E8B-B58D16AD55E5}"/>
              </a:ext>
            </a:extLst>
          </p:cNvPr>
          <p:cNvSpPr txBox="1"/>
          <p:nvPr/>
        </p:nvSpPr>
        <p:spPr>
          <a:xfrm>
            <a:off x="4097076" y="5886154"/>
            <a:ext cx="4031142" cy="430887"/>
          </a:xfrm>
          <a:prstGeom prst="rect">
            <a:avLst/>
          </a:prstGeom>
          <a:noFill/>
        </p:spPr>
        <p:txBody>
          <a:bodyPr wrap="square" rtlCol="0">
            <a:spAutoFit/>
          </a:bodyPr>
          <a:lstStyle/>
          <a:p>
            <a:pPr algn="ctr"/>
            <a:r>
              <a:rPr lang="fr-FR" sz="1100" dirty="0"/>
              <a:t>Cet onglet contient le cout de production et de transport de chaque produit en fonction de son pays de vente</a:t>
            </a:r>
          </a:p>
        </p:txBody>
      </p:sp>
      <p:sp>
        <p:nvSpPr>
          <p:cNvPr id="25" name="ZoneTexte 24">
            <a:extLst>
              <a:ext uri="{FF2B5EF4-FFF2-40B4-BE49-F238E27FC236}">
                <a16:creationId xmlns:a16="http://schemas.microsoft.com/office/drawing/2014/main" id="{EE27B214-A2EB-32A3-D186-B989CF1E8FA9}"/>
              </a:ext>
            </a:extLst>
          </p:cNvPr>
          <p:cNvSpPr txBox="1"/>
          <p:nvPr/>
        </p:nvSpPr>
        <p:spPr>
          <a:xfrm>
            <a:off x="340549" y="2272734"/>
            <a:ext cx="1874777" cy="430887"/>
          </a:xfrm>
          <a:prstGeom prst="rect">
            <a:avLst/>
          </a:prstGeom>
          <a:noFill/>
        </p:spPr>
        <p:txBody>
          <a:bodyPr wrap="square" rtlCol="0">
            <a:spAutoFit/>
          </a:bodyPr>
          <a:lstStyle/>
          <a:p>
            <a:pPr algn="ctr"/>
            <a:r>
              <a:rPr lang="fr-FR" sz="1100" dirty="0"/>
              <a:t>Cet onglet contient le libellé et le prix de chaque produit</a:t>
            </a:r>
          </a:p>
        </p:txBody>
      </p:sp>
      <p:sp>
        <p:nvSpPr>
          <p:cNvPr id="26" name="ZoneTexte 25">
            <a:extLst>
              <a:ext uri="{FF2B5EF4-FFF2-40B4-BE49-F238E27FC236}">
                <a16:creationId xmlns:a16="http://schemas.microsoft.com/office/drawing/2014/main" id="{C2B364AA-60FD-B2A1-D579-11FEDE00D6C6}"/>
              </a:ext>
            </a:extLst>
          </p:cNvPr>
          <p:cNvSpPr txBox="1"/>
          <p:nvPr/>
        </p:nvSpPr>
        <p:spPr>
          <a:xfrm>
            <a:off x="9619194" y="1284722"/>
            <a:ext cx="1874777" cy="1277273"/>
          </a:xfrm>
          <a:prstGeom prst="rect">
            <a:avLst/>
          </a:prstGeom>
          <a:noFill/>
        </p:spPr>
        <p:txBody>
          <a:bodyPr wrap="square" rtlCol="0">
            <a:spAutoFit/>
          </a:bodyPr>
          <a:lstStyle/>
          <a:p>
            <a:pPr algn="ctr"/>
            <a:r>
              <a:rPr lang="fr-FR" sz="1100" dirty="0"/>
              <a:t>Un onglet est compilé et remonté pour chaque pays.</a:t>
            </a:r>
          </a:p>
          <a:p>
            <a:pPr algn="ctr"/>
            <a:endParaRPr lang="fr-FR" sz="1100" dirty="0"/>
          </a:p>
          <a:p>
            <a:pPr algn="ctr"/>
            <a:r>
              <a:rPr lang="fr-FR" sz="1100" dirty="0"/>
              <a:t>Chaque onglet contient pour chaque produit et année le nombre d’unité vendu et le CA réalisé.</a:t>
            </a:r>
          </a:p>
        </p:txBody>
      </p:sp>
      <p:sp>
        <p:nvSpPr>
          <p:cNvPr id="27" name="ZoneTexte 26">
            <a:extLst>
              <a:ext uri="{FF2B5EF4-FFF2-40B4-BE49-F238E27FC236}">
                <a16:creationId xmlns:a16="http://schemas.microsoft.com/office/drawing/2014/main" id="{698E5BE7-8410-1E9E-611B-AA2A07FFF15B}"/>
              </a:ext>
            </a:extLst>
          </p:cNvPr>
          <p:cNvSpPr txBox="1"/>
          <p:nvPr/>
        </p:nvSpPr>
        <p:spPr>
          <a:xfrm>
            <a:off x="400975" y="6491058"/>
            <a:ext cx="11424081" cy="261610"/>
          </a:xfrm>
          <a:prstGeom prst="rect">
            <a:avLst/>
          </a:prstGeom>
          <a:noFill/>
        </p:spPr>
        <p:txBody>
          <a:bodyPr wrap="square" rtlCol="0">
            <a:spAutoFit/>
          </a:bodyPr>
          <a:lstStyle/>
          <a:p>
            <a:r>
              <a:rPr lang="fr-FR" sz="1100" i="1" dirty="0"/>
              <a:t>Ce document et le jeu de données «  QuadraticData_Test_Donnees.xlsx » ont été créé par Quadratic Data et sont réservés à l’usage de leurs salariés et de leurs candidats</a:t>
            </a:r>
          </a:p>
        </p:txBody>
      </p:sp>
    </p:spTree>
    <p:extLst>
      <p:ext uri="{BB962C8B-B14F-4D97-AF65-F5344CB8AC3E}">
        <p14:creationId xmlns:p14="http://schemas.microsoft.com/office/powerpoint/2010/main" val="3446220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5369ED2B-8C40-41D6-5665-AA500379EE0D}"/>
              </a:ext>
            </a:extLst>
          </p:cNvPr>
          <p:cNvSpPr>
            <a:spLocks noGrp="1"/>
          </p:cNvSpPr>
          <p:nvPr>
            <p:ph type="sldNum" sz="quarter" idx="12"/>
          </p:nvPr>
        </p:nvSpPr>
        <p:spPr/>
        <p:txBody>
          <a:bodyPr/>
          <a:lstStyle/>
          <a:p>
            <a:fld id="{41DD7FD0-8CCF-4985-AE30-D6D48D0A42D3}" type="slidenum">
              <a:rPr lang="fr-FR" smtClean="0"/>
              <a:pPr/>
              <a:t>3</a:t>
            </a:fld>
            <a:endParaRPr lang="fr-FR"/>
          </a:p>
        </p:txBody>
      </p:sp>
      <p:sp>
        <p:nvSpPr>
          <p:cNvPr id="5" name="Titre 4">
            <a:extLst>
              <a:ext uri="{FF2B5EF4-FFF2-40B4-BE49-F238E27FC236}">
                <a16:creationId xmlns:a16="http://schemas.microsoft.com/office/drawing/2014/main" id="{71F4CC16-A24B-2DB2-B993-9C9D5B37130D}"/>
              </a:ext>
            </a:extLst>
          </p:cNvPr>
          <p:cNvSpPr>
            <a:spLocks noGrp="1"/>
          </p:cNvSpPr>
          <p:nvPr>
            <p:ph type="title"/>
          </p:nvPr>
        </p:nvSpPr>
        <p:spPr/>
        <p:txBody>
          <a:bodyPr>
            <a:normAutofit/>
          </a:bodyPr>
          <a:lstStyle/>
          <a:p>
            <a:r>
              <a:rPr lang="fr-FR" sz="3600" b="1" dirty="0"/>
              <a:t>Chiffre d’affaires par Pays</a:t>
            </a:r>
            <a:endParaRPr lang="fr-FR" dirty="0"/>
          </a:p>
        </p:txBody>
      </p:sp>
      <p:sp>
        <p:nvSpPr>
          <p:cNvPr id="6" name="Rectangle 5">
            <a:extLst>
              <a:ext uri="{FF2B5EF4-FFF2-40B4-BE49-F238E27FC236}">
                <a16:creationId xmlns:a16="http://schemas.microsoft.com/office/drawing/2014/main" id="{591304BB-822F-C3BD-32EB-82A93DD1EB50}"/>
              </a:ext>
            </a:extLst>
          </p:cNvPr>
          <p:cNvSpPr/>
          <p:nvPr/>
        </p:nvSpPr>
        <p:spPr>
          <a:xfrm>
            <a:off x="1269507" y="1704512"/>
            <a:ext cx="4465468" cy="36132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chemeClr val="tx1"/>
                </a:solidFill>
              </a:rPr>
              <a:t>Graphique</a:t>
            </a:r>
          </a:p>
        </p:txBody>
      </p:sp>
      <p:sp>
        <p:nvSpPr>
          <p:cNvPr id="7" name="Rectangle 6">
            <a:extLst>
              <a:ext uri="{FF2B5EF4-FFF2-40B4-BE49-F238E27FC236}">
                <a16:creationId xmlns:a16="http://schemas.microsoft.com/office/drawing/2014/main" id="{824141A8-33D1-9E83-E93A-64FA03D10100}"/>
              </a:ext>
            </a:extLst>
          </p:cNvPr>
          <p:cNvSpPr/>
          <p:nvPr/>
        </p:nvSpPr>
        <p:spPr>
          <a:xfrm>
            <a:off x="6304627" y="1704511"/>
            <a:ext cx="4465468" cy="36132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chemeClr val="tx1"/>
                </a:solidFill>
              </a:rPr>
              <a:t>Graphique</a:t>
            </a:r>
            <a:endParaRPr lang="fr-FR" dirty="0"/>
          </a:p>
        </p:txBody>
      </p:sp>
      <p:sp>
        <p:nvSpPr>
          <p:cNvPr id="8" name="Rectangle 7">
            <a:extLst>
              <a:ext uri="{FF2B5EF4-FFF2-40B4-BE49-F238E27FC236}">
                <a16:creationId xmlns:a16="http://schemas.microsoft.com/office/drawing/2014/main" id="{8DAB3F60-FE36-90D5-BB65-B33740DE194F}"/>
              </a:ext>
            </a:extLst>
          </p:cNvPr>
          <p:cNvSpPr/>
          <p:nvPr/>
        </p:nvSpPr>
        <p:spPr>
          <a:xfrm>
            <a:off x="1269507" y="5473082"/>
            <a:ext cx="4465468" cy="8848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chemeClr val="tx1"/>
                </a:solidFill>
              </a:rPr>
              <a:t>Conclusion</a:t>
            </a:r>
          </a:p>
        </p:txBody>
      </p:sp>
      <p:sp>
        <p:nvSpPr>
          <p:cNvPr id="9" name="Rectangle 8">
            <a:extLst>
              <a:ext uri="{FF2B5EF4-FFF2-40B4-BE49-F238E27FC236}">
                <a16:creationId xmlns:a16="http://schemas.microsoft.com/office/drawing/2014/main" id="{7D58E642-EA02-BEB2-5BAD-D25FE1FCB441}"/>
              </a:ext>
            </a:extLst>
          </p:cNvPr>
          <p:cNvSpPr/>
          <p:nvPr/>
        </p:nvSpPr>
        <p:spPr>
          <a:xfrm>
            <a:off x="6304627" y="5473082"/>
            <a:ext cx="4465468" cy="8848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chemeClr val="tx1"/>
                </a:solidFill>
              </a:rPr>
              <a:t>Conclusion</a:t>
            </a:r>
            <a:endParaRPr lang="fr-FR" dirty="0"/>
          </a:p>
        </p:txBody>
      </p:sp>
      <p:sp>
        <p:nvSpPr>
          <p:cNvPr id="10" name="ZoneTexte 9">
            <a:extLst>
              <a:ext uri="{FF2B5EF4-FFF2-40B4-BE49-F238E27FC236}">
                <a16:creationId xmlns:a16="http://schemas.microsoft.com/office/drawing/2014/main" id="{EC53918F-A18E-93F8-E501-62E8E4BC756A}"/>
              </a:ext>
            </a:extLst>
          </p:cNvPr>
          <p:cNvSpPr txBox="1"/>
          <p:nvPr/>
        </p:nvSpPr>
        <p:spPr>
          <a:xfrm>
            <a:off x="1269507" y="1171851"/>
            <a:ext cx="4465468" cy="369332"/>
          </a:xfrm>
          <a:prstGeom prst="rect">
            <a:avLst/>
          </a:prstGeom>
          <a:noFill/>
        </p:spPr>
        <p:txBody>
          <a:bodyPr wrap="square" rtlCol="0">
            <a:spAutoFit/>
          </a:bodyPr>
          <a:lstStyle/>
          <a:p>
            <a:pPr algn="ctr"/>
            <a:r>
              <a:rPr lang="fr-FR" b="1" dirty="0"/>
              <a:t>Vente par Pays</a:t>
            </a:r>
          </a:p>
        </p:txBody>
      </p:sp>
      <p:sp>
        <p:nvSpPr>
          <p:cNvPr id="11" name="ZoneTexte 10">
            <a:extLst>
              <a:ext uri="{FF2B5EF4-FFF2-40B4-BE49-F238E27FC236}">
                <a16:creationId xmlns:a16="http://schemas.microsoft.com/office/drawing/2014/main" id="{454334BD-B86D-BC1C-0F95-6FE902A938A3}"/>
              </a:ext>
            </a:extLst>
          </p:cNvPr>
          <p:cNvSpPr txBox="1"/>
          <p:nvPr/>
        </p:nvSpPr>
        <p:spPr>
          <a:xfrm>
            <a:off x="6322382" y="1171851"/>
            <a:ext cx="4465468" cy="369332"/>
          </a:xfrm>
          <a:prstGeom prst="rect">
            <a:avLst/>
          </a:prstGeom>
          <a:noFill/>
        </p:spPr>
        <p:txBody>
          <a:bodyPr wrap="square" rtlCol="0">
            <a:spAutoFit/>
          </a:bodyPr>
          <a:lstStyle/>
          <a:p>
            <a:pPr algn="ctr"/>
            <a:r>
              <a:rPr lang="fr-FR" b="1" dirty="0"/>
              <a:t>Evolution des ventes par Pays</a:t>
            </a:r>
          </a:p>
        </p:txBody>
      </p:sp>
      <p:sp>
        <p:nvSpPr>
          <p:cNvPr id="12" name="ZoneTexte 11">
            <a:extLst>
              <a:ext uri="{FF2B5EF4-FFF2-40B4-BE49-F238E27FC236}">
                <a16:creationId xmlns:a16="http://schemas.microsoft.com/office/drawing/2014/main" id="{1277ED14-9B35-0188-D139-99F58E1AF91B}"/>
              </a:ext>
            </a:extLst>
          </p:cNvPr>
          <p:cNvSpPr txBox="1"/>
          <p:nvPr/>
        </p:nvSpPr>
        <p:spPr>
          <a:xfrm>
            <a:off x="400975" y="6491058"/>
            <a:ext cx="11424081" cy="261610"/>
          </a:xfrm>
          <a:prstGeom prst="rect">
            <a:avLst/>
          </a:prstGeom>
          <a:noFill/>
        </p:spPr>
        <p:txBody>
          <a:bodyPr wrap="square" rtlCol="0">
            <a:spAutoFit/>
          </a:bodyPr>
          <a:lstStyle/>
          <a:p>
            <a:r>
              <a:rPr lang="fr-FR" sz="1100" i="1" dirty="0"/>
              <a:t>Ce document et le jeu de données «  QuadraticData_Test_Donnees.xlsx » ont été créé par Quadratic Data et sont réservés à l’usage de leurs salariés et de leurs candidats</a:t>
            </a:r>
          </a:p>
        </p:txBody>
      </p:sp>
      <p:pic>
        <p:nvPicPr>
          <p:cNvPr id="13" name="Picture 12" descr="ca_by_country.png"/>
          <p:cNvPicPr>
            <a:picLocks noChangeAspect="1"/>
          </p:cNvPicPr>
          <p:nvPr/>
        </p:nvPicPr>
        <p:blipFill>
          <a:blip r:embed="rId2"/>
          <a:stretch>
            <a:fillRect/>
          </a:stretch>
        </p:blipFill>
        <p:spPr>
          <a:xfrm>
            <a:off x="914400" y="1828800"/>
            <a:ext cx="4572000" cy="4572000"/>
          </a:xfrm>
          <a:prstGeom prst="rect">
            <a:avLst/>
          </a:prstGeom>
        </p:spPr>
      </p:pic>
      <p:sp>
        <p:nvSpPr>
          <p:cNvPr id="14" name="TextBox 13"/>
          <p:cNvSpPr txBox="1"/>
          <p:nvPr/>
        </p:nvSpPr>
        <p:spPr>
          <a:xfrm>
            <a:off x="914400" y="5486400"/>
            <a:ext cx="7315200" cy="914400"/>
          </a:xfrm>
          <a:prstGeom prst="rect">
            <a:avLst/>
          </a:prstGeom>
          <a:noFill/>
        </p:spPr>
        <p:txBody>
          <a:bodyPr wrap="none">
            <a:spAutoFit/>
          </a:bodyPr>
          <a:lstStyle/>
          <a:p>
            <a:r>
              <a:t>Pays avec le CA le plus élevé : Pologne avec 197723 (41.27%)</a:t>
            </a:r>
          </a:p>
        </p:txBody>
      </p:sp>
      <p:pic>
        <p:nvPicPr>
          <p:cNvPr id="15" name="Picture 14" descr="ca_evolution.png"/>
          <p:cNvPicPr>
            <a:picLocks noChangeAspect="1"/>
          </p:cNvPicPr>
          <p:nvPr/>
        </p:nvPicPr>
        <p:blipFill>
          <a:blip r:embed="rId3"/>
          <a:stretch>
            <a:fillRect/>
          </a:stretch>
        </p:blipFill>
        <p:spPr>
          <a:xfrm>
            <a:off x="5486400" y="1828800"/>
            <a:ext cx="4572000" cy="4572000"/>
          </a:xfrm>
          <a:prstGeom prst="rect">
            <a:avLst/>
          </a:prstGeom>
        </p:spPr>
      </p:pic>
      <p:sp>
        <p:nvSpPr>
          <p:cNvPr id="16" name="TextBox 15"/>
          <p:cNvSpPr txBox="1"/>
          <p:nvPr/>
        </p:nvSpPr>
        <p:spPr>
          <a:xfrm>
            <a:off x="914400" y="5486400"/>
            <a:ext cx="7315200" cy="914400"/>
          </a:xfrm>
          <a:prstGeom prst="rect">
            <a:avLst/>
          </a:prstGeom>
          <a:noFill/>
        </p:spPr>
        <p:txBody>
          <a:bodyPr wrap="none">
            <a:spAutoFit/>
          </a:bodyPr>
          <a:lstStyle/>
          <a:p>
            <a:r>
              <a:t>Pays avec la plus forte évolution du CA : France avec un taux de 6367</a:t>
            </a:r>
          </a:p>
        </p:txBody>
      </p:sp>
    </p:spTree>
    <p:extLst>
      <p:ext uri="{BB962C8B-B14F-4D97-AF65-F5344CB8AC3E}">
        <p14:creationId xmlns:p14="http://schemas.microsoft.com/office/powerpoint/2010/main" val="141451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08B70B5A-0CAB-77FB-F0D3-829206B723B3}"/>
              </a:ext>
            </a:extLst>
          </p:cNvPr>
          <p:cNvSpPr>
            <a:spLocks noGrp="1"/>
          </p:cNvSpPr>
          <p:nvPr>
            <p:ph type="sldNum" sz="quarter" idx="12"/>
          </p:nvPr>
        </p:nvSpPr>
        <p:spPr/>
        <p:txBody>
          <a:bodyPr/>
          <a:lstStyle/>
          <a:p>
            <a:fld id="{41DD7FD0-8CCF-4985-AE30-D6D48D0A42D3}" type="slidenum">
              <a:rPr lang="fr-FR" smtClean="0"/>
              <a:pPr/>
              <a:t>4</a:t>
            </a:fld>
            <a:endParaRPr lang="fr-FR"/>
          </a:p>
        </p:txBody>
      </p:sp>
      <p:sp>
        <p:nvSpPr>
          <p:cNvPr id="5" name="Titre 4">
            <a:extLst>
              <a:ext uri="{FF2B5EF4-FFF2-40B4-BE49-F238E27FC236}">
                <a16:creationId xmlns:a16="http://schemas.microsoft.com/office/drawing/2014/main" id="{1E62943D-41D6-03BC-323E-3D051594746B}"/>
              </a:ext>
            </a:extLst>
          </p:cNvPr>
          <p:cNvSpPr>
            <a:spLocks noGrp="1"/>
          </p:cNvSpPr>
          <p:nvPr>
            <p:ph type="title"/>
          </p:nvPr>
        </p:nvSpPr>
        <p:spPr/>
        <p:txBody>
          <a:bodyPr>
            <a:normAutofit/>
          </a:bodyPr>
          <a:lstStyle/>
          <a:p>
            <a:r>
              <a:rPr lang="fr-FR" sz="3600" b="1" dirty="0"/>
              <a:t>Marge par Produit</a:t>
            </a:r>
            <a:endParaRPr lang="fr-FR" dirty="0"/>
          </a:p>
        </p:txBody>
      </p:sp>
      <p:sp>
        <p:nvSpPr>
          <p:cNvPr id="12" name="ZoneTexte 11">
            <a:extLst>
              <a:ext uri="{FF2B5EF4-FFF2-40B4-BE49-F238E27FC236}">
                <a16:creationId xmlns:a16="http://schemas.microsoft.com/office/drawing/2014/main" id="{B5FEE312-1A6F-2407-C7BA-597285DF856B}"/>
              </a:ext>
            </a:extLst>
          </p:cNvPr>
          <p:cNvSpPr txBox="1"/>
          <p:nvPr/>
        </p:nvSpPr>
        <p:spPr>
          <a:xfrm>
            <a:off x="400975" y="6491058"/>
            <a:ext cx="11424081" cy="261610"/>
          </a:xfrm>
          <a:prstGeom prst="rect">
            <a:avLst/>
          </a:prstGeom>
          <a:noFill/>
        </p:spPr>
        <p:txBody>
          <a:bodyPr wrap="square" rtlCol="0">
            <a:spAutoFit/>
          </a:bodyPr>
          <a:lstStyle/>
          <a:p>
            <a:r>
              <a:rPr lang="fr-FR" sz="1100" i="1" dirty="0"/>
              <a:t>Ce document et le jeu de données «  QuadraticData_Test_Donnees.xlsx » ont été créé par Quadratic Data et sont réservés à l’usage de leurs salariés et de leurs candidats</a:t>
            </a:r>
          </a:p>
        </p:txBody>
      </p:sp>
      <p:sp>
        <p:nvSpPr>
          <p:cNvPr id="13" name="Rectangle 12">
            <a:extLst>
              <a:ext uri="{FF2B5EF4-FFF2-40B4-BE49-F238E27FC236}">
                <a16:creationId xmlns:a16="http://schemas.microsoft.com/office/drawing/2014/main" id="{5A8B5787-05FE-6C12-D818-7683AEBCE8AD}"/>
              </a:ext>
            </a:extLst>
          </p:cNvPr>
          <p:cNvSpPr/>
          <p:nvPr/>
        </p:nvSpPr>
        <p:spPr>
          <a:xfrm>
            <a:off x="1269507" y="1704512"/>
            <a:ext cx="4465468" cy="36132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chemeClr val="tx1"/>
                </a:solidFill>
              </a:rPr>
              <a:t>Graphique</a:t>
            </a:r>
          </a:p>
        </p:txBody>
      </p:sp>
      <p:sp>
        <p:nvSpPr>
          <p:cNvPr id="14" name="Rectangle 13">
            <a:extLst>
              <a:ext uri="{FF2B5EF4-FFF2-40B4-BE49-F238E27FC236}">
                <a16:creationId xmlns:a16="http://schemas.microsoft.com/office/drawing/2014/main" id="{E5D6EFEA-15B0-FAF8-586E-2646AC7E693A}"/>
              </a:ext>
            </a:extLst>
          </p:cNvPr>
          <p:cNvSpPr/>
          <p:nvPr/>
        </p:nvSpPr>
        <p:spPr>
          <a:xfrm>
            <a:off x="6304627" y="1704511"/>
            <a:ext cx="4465468" cy="36132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chemeClr val="tx1"/>
                </a:solidFill>
              </a:rPr>
              <a:t>Graphique</a:t>
            </a:r>
            <a:endParaRPr lang="fr-FR" dirty="0"/>
          </a:p>
        </p:txBody>
      </p:sp>
      <p:sp>
        <p:nvSpPr>
          <p:cNvPr id="15" name="Rectangle 14">
            <a:extLst>
              <a:ext uri="{FF2B5EF4-FFF2-40B4-BE49-F238E27FC236}">
                <a16:creationId xmlns:a16="http://schemas.microsoft.com/office/drawing/2014/main" id="{41035872-AD93-1274-609E-82655CB29AA4}"/>
              </a:ext>
            </a:extLst>
          </p:cNvPr>
          <p:cNvSpPr/>
          <p:nvPr/>
        </p:nvSpPr>
        <p:spPr>
          <a:xfrm>
            <a:off x="1269507" y="5473082"/>
            <a:ext cx="4465468" cy="8848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chemeClr val="tx1"/>
                </a:solidFill>
              </a:rPr>
              <a:t>Conclusion</a:t>
            </a:r>
          </a:p>
        </p:txBody>
      </p:sp>
      <p:sp>
        <p:nvSpPr>
          <p:cNvPr id="16" name="Rectangle 15">
            <a:extLst>
              <a:ext uri="{FF2B5EF4-FFF2-40B4-BE49-F238E27FC236}">
                <a16:creationId xmlns:a16="http://schemas.microsoft.com/office/drawing/2014/main" id="{343C4086-6095-5763-137E-EEAAD7EFA3A8}"/>
              </a:ext>
            </a:extLst>
          </p:cNvPr>
          <p:cNvSpPr/>
          <p:nvPr/>
        </p:nvSpPr>
        <p:spPr>
          <a:xfrm>
            <a:off x="6304627" y="5473082"/>
            <a:ext cx="4465468" cy="8848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chemeClr val="tx1"/>
                </a:solidFill>
              </a:rPr>
              <a:t>Conclusion</a:t>
            </a:r>
            <a:endParaRPr lang="fr-FR" dirty="0"/>
          </a:p>
        </p:txBody>
      </p:sp>
      <p:sp>
        <p:nvSpPr>
          <p:cNvPr id="17" name="ZoneTexte 16">
            <a:extLst>
              <a:ext uri="{FF2B5EF4-FFF2-40B4-BE49-F238E27FC236}">
                <a16:creationId xmlns:a16="http://schemas.microsoft.com/office/drawing/2014/main" id="{45023148-2019-E580-925C-5E7E2830FFC0}"/>
              </a:ext>
            </a:extLst>
          </p:cNvPr>
          <p:cNvSpPr txBox="1"/>
          <p:nvPr/>
        </p:nvSpPr>
        <p:spPr>
          <a:xfrm>
            <a:off x="1269507" y="1171851"/>
            <a:ext cx="4465468" cy="369332"/>
          </a:xfrm>
          <a:prstGeom prst="rect">
            <a:avLst/>
          </a:prstGeom>
          <a:noFill/>
        </p:spPr>
        <p:txBody>
          <a:bodyPr wrap="square" rtlCol="0">
            <a:spAutoFit/>
          </a:bodyPr>
          <a:lstStyle/>
          <a:p>
            <a:pPr algn="ctr"/>
            <a:r>
              <a:rPr lang="fr-FR" b="1" dirty="0"/>
              <a:t>Marge par produit</a:t>
            </a:r>
          </a:p>
        </p:txBody>
      </p:sp>
      <p:sp>
        <p:nvSpPr>
          <p:cNvPr id="18" name="ZoneTexte 17">
            <a:extLst>
              <a:ext uri="{FF2B5EF4-FFF2-40B4-BE49-F238E27FC236}">
                <a16:creationId xmlns:a16="http://schemas.microsoft.com/office/drawing/2014/main" id="{DC12BE20-D207-4CD8-6C94-A001EB81B761}"/>
              </a:ext>
            </a:extLst>
          </p:cNvPr>
          <p:cNvSpPr txBox="1"/>
          <p:nvPr/>
        </p:nvSpPr>
        <p:spPr>
          <a:xfrm>
            <a:off x="6322382" y="1171851"/>
            <a:ext cx="4465468" cy="369332"/>
          </a:xfrm>
          <a:prstGeom prst="rect">
            <a:avLst/>
          </a:prstGeom>
          <a:noFill/>
        </p:spPr>
        <p:txBody>
          <a:bodyPr wrap="square" rtlCol="0">
            <a:spAutoFit/>
          </a:bodyPr>
          <a:lstStyle/>
          <a:p>
            <a:pPr algn="ctr"/>
            <a:r>
              <a:rPr lang="fr-FR" b="1" dirty="0"/>
              <a:t>Marges « Top produit » par pays</a:t>
            </a:r>
          </a:p>
        </p:txBody>
      </p:sp>
    </p:spTree>
    <p:extLst>
      <p:ext uri="{BB962C8B-B14F-4D97-AF65-F5344CB8AC3E}">
        <p14:creationId xmlns:p14="http://schemas.microsoft.com/office/powerpoint/2010/main" val="3881065031"/>
      </p:ext>
    </p:extLst>
  </p:cSld>
  <p:clrMapOvr>
    <a:masterClrMapping/>
  </p:clrMapOvr>
</p:sld>
</file>

<file path=ppt/theme/theme1.xml><?xml version="1.0" encoding="utf-8"?>
<a:theme xmlns:a="http://schemas.openxmlformats.org/drawingml/2006/main" name="Vert">
  <a:themeElements>
    <a:clrScheme name="Qudratic">
      <a:dk1>
        <a:srgbClr val="445469"/>
      </a:dk1>
      <a:lt1>
        <a:sysClr val="window" lastClr="FFFFFF"/>
      </a:lt1>
      <a:dk2>
        <a:srgbClr val="44546A"/>
      </a:dk2>
      <a:lt2>
        <a:srgbClr val="E7E6E6"/>
      </a:lt2>
      <a:accent1>
        <a:srgbClr val="ADA6D8"/>
      </a:accent1>
      <a:accent2>
        <a:srgbClr val="739BE7"/>
      </a:accent2>
      <a:accent3>
        <a:srgbClr val="D8D6A6"/>
      </a:accent3>
      <a:accent4>
        <a:srgbClr val="D8A6A6"/>
      </a:accent4>
      <a:accent5>
        <a:srgbClr val="A6D8BA"/>
      </a:accent5>
      <a:accent6>
        <a:srgbClr val="808080"/>
      </a:accent6>
      <a:hlink>
        <a:srgbClr val="F33B48"/>
      </a:hlink>
      <a:folHlink>
        <a:srgbClr val="FFC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Quadratic_White_V4.pptx" id="{ED01F066-4CFA-4F71-8E35-5E0E3BC5F44A}" vid="{D86EB7A5-CC77-4E54-B5A5-15FB553DEEDB}"/>
    </a:ext>
  </a:extLst>
</a:theme>
</file>

<file path=ppt/theme/theme2.xml><?xml version="1.0" encoding="utf-8"?>
<a:theme xmlns:a="http://schemas.openxmlformats.org/drawingml/2006/main" name="Mauve">
  <a:themeElements>
    <a:clrScheme name="Qudratic">
      <a:dk1>
        <a:srgbClr val="445469"/>
      </a:dk1>
      <a:lt1>
        <a:sysClr val="window" lastClr="FFFFFF"/>
      </a:lt1>
      <a:dk2>
        <a:srgbClr val="44546A"/>
      </a:dk2>
      <a:lt2>
        <a:srgbClr val="E7E6E6"/>
      </a:lt2>
      <a:accent1>
        <a:srgbClr val="ADA6D8"/>
      </a:accent1>
      <a:accent2>
        <a:srgbClr val="739BE7"/>
      </a:accent2>
      <a:accent3>
        <a:srgbClr val="D8D6A6"/>
      </a:accent3>
      <a:accent4>
        <a:srgbClr val="D8A6A6"/>
      </a:accent4>
      <a:accent5>
        <a:srgbClr val="A6D8BA"/>
      </a:accent5>
      <a:accent6>
        <a:srgbClr val="808080"/>
      </a:accent6>
      <a:hlink>
        <a:srgbClr val="F33B48"/>
      </a:hlink>
      <a:folHlink>
        <a:srgbClr val="FFC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Quadratic_White_V4.pptx" id="{ED01F066-4CFA-4F71-8E35-5E0E3BC5F44A}" vid="{4C266901-EAC1-454E-B19D-8CB324BF5776}"/>
    </a:ext>
  </a:extLst>
</a:theme>
</file>

<file path=ppt/theme/theme3.xml><?xml version="1.0" encoding="utf-8"?>
<a:theme xmlns:a="http://schemas.openxmlformats.org/drawingml/2006/main" name="Bleu">
  <a:themeElements>
    <a:clrScheme name="Qudratic">
      <a:dk1>
        <a:srgbClr val="445469"/>
      </a:dk1>
      <a:lt1>
        <a:sysClr val="window" lastClr="FFFFFF"/>
      </a:lt1>
      <a:dk2>
        <a:srgbClr val="44546A"/>
      </a:dk2>
      <a:lt2>
        <a:srgbClr val="E7E6E6"/>
      </a:lt2>
      <a:accent1>
        <a:srgbClr val="ADA6D8"/>
      </a:accent1>
      <a:accent2>
        <a:srgbClr val="739BE7"/>
      </a:accent2>
      <a:accent3>
        <a:srgbClr val="D8D6A6"/>
      </a:accent3>
      <a:accent4>
        <a:srgbClr val="D8A6A6"/>
      </a:accent4>
      <a:accent5>
        <a:srgbClr val="A6D8BA"/>
      </a:accent5>
      <a:accent6>
        <a:srgbClr val="808080"/>
      </a:accent6>
      <a:hlink>
        <a:srgbClr val="F33B48"/>
      </a:hlink>
      <a:folHlink>
        <a:srgbClr val="FFC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Quadratic_White_V4.pptx" id="{ED01F066-4CFA-4F71-8E35-5E0E3BC5F44A}" vid="{2C9E8948-45CB-4A85-A798-C8D784C51316}"/>
    </a:ext>
  </a:extLst>
</a:theme>
</file>

<file path=ppt/theme/theme4.xml><?xml version="1.0" encoding="utf-8"?>
<a:theme xmlns:a="http://schemas.openxmlformats.org/drawingml/2006/main" name="Jaune">
  <a:themeElements>
    <a:clrScheme name="Qudratic">
      <a:dk1>
        <a:srgbClr val="445469"/>
      </a:dk1>
      <a:lt1>
        <a:sysClr val="window" lastClr="FFFFFF"/>
      </a:lt1>
      <a:dk2>
        <a:srgbClr val="44546A"/>
      </a:dk2>
      <a:lt2>
        <a:srgbClr val="E7E6E6"/>
      </a:lt2>
      <a:accent1>
        <a:srgbClr val="ADA6D8"/>
      </a:accent1>
      <a:accent2>
        <a:srgbClr val="739BE7"/>
      </a:accent2>
      <a:accent3>
        <a:srgbClr val="D8D6A6"/>
      </a:accent3>
      <a:accent4>
        <a:srgbClr val="D8A6A6"/>
      </a:accent4>
      <a:accent5>
        <a:srgbClr val="A6D8BA"/>
      </a:accent5>
      <a:accent6>
        <a:srgbClr val="808080"/>
      </a:accent6>
      <a:hlink>
        <a:srgbClr val="F33B48"/>
      </a:hlink>
      <a:folHlink>
        <a:srgbClr val="FFC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Quadratic_White_V4.pptx" id="{ED01F066-4CFA-4F71-8E35-5E0E3BC5F44A}" vid="{E9B4509A-7593-49DE-82E1-7F9897BCBE41}"/>
    </a:ext>
  </a:extLst>
</a:theme>
</file>

<file path=ppt/theme/theme5.xml><?xml version="1.0" encoding="utf-8"?>
<a:theme xmlns:a="http://schemas.openxmlformats.org/drawingml/2006/main" name="Saumon">
  <a:themeElements>
    <a:clrScheme name="Qudratic">
      <a:dk1>
        <a:srgbClr val="445469"/>
      </a:dk1>
      <a:lt1>
        <a:sysClr val="window" lastClr="FFFFFF"/>
      </a:lt1>
      <a:dk2>
        <a:srgbClr val="44546A"/>
      </a:dk2>
      <a:lt2>
        <a:srgbClr val="E7E6E6"/>
      </a:lt2>
      <a:accent1>
        <a:srgbClr val="ADA6D8"/>
      </a:accent1>
      <a:accent2>
        <a:srgbClr val="739BE7"/>
      </a:accent2>
      <a:accent3>
        <a:srgbClr val="D8D6A6"/>
      </a:accent3>
      <a:accent4>
        <a:srgbClr val="D8A6A6"/>
      </a:accent4>
      <a:accent5>
        <a:srgbClr val="A6D8BA"/>
      </a:accent5>
      <a:accent6>
        <a:srgbClr val="808080"/>
      </a:accent6>
      <a:hlink>
        <a:srgbClr val="F33B48"/>
      </a:hlink>
      <a:folHlink>
        <a:srgbClr val="FFC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Quadratic_White_V4.pptx" id="{ED01F066-4CFA-4F71-8E35-5E0E3BC5F44A}" vid="{C885EFA7-2AB7-4E84-B5B8-CDAF1443D02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bf659d8-58da-4900-9636-a5017f42565e" xsi:nil="true"/>
    <lcf76f155ced4ddcb4097134ff3c332f xmlns="0c66d737-02be-42f4-8ae4-40db55d8cf05">
      <Terms xmlns="http://schemas.microsoft.com/office/infopath/2007/PartnerControls"/>
    </lcf76f155ced4ddcb4097134ff3c332f>
    <_Flow_SignoffStatus xmlns="0c66d737-02be-42f4-8ae4-40db55d8cf05" xsi:nil="true"/>
    <Emplacement xmlns="0c66d737-02be-42f4-8ae4-40db55d8cf05" xsi:nil="true"/>
    <Statut xmlns="0c66d737-02be-42f4-8ae4-40db55d8cf05" xsi:nil="true"/>
    <Commentaire xmlns="0c66d737-02be-42f4-8ae4-40db55d8cf0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BC3045C14EB7E4B93C35448B16BBA33" ma:contentTypeVersion="26" ma:contentTypeDescription="Crée un document." ma:contentTypeScope="" ma:versionID="97c510f424faad7a3e9e3d65d809e1be">
  <xsd:schema xmlns:xsd="http://www.w3.org/2001/XMLSchema" xmlns:xs="http://www.w3.org/2001/XMLSchema" xmlns:p="http://schemas.microsoft.com/office/2006/metadata/properties" xmlns:ns2="cbf659d8-58da-4900-9636-a5017f42565e" xmlns:ns3="0c66d737-02be-42f4-8ae4-40db55d8cf05" targetNamespace="http://schemas.microsoft.com/office/2006/metadata/properties" ma:root="true" ma:fieldsID="87763219f0c8fb6b7ff2a8ce6ca53d13" ns2:_="" ns3:_="">
    <xsd:import namespace="cbf659d8-58da-4900-9636-a5017f42565e"/>
    <xsd:import namespace="0c66d737-02be-42f4-8ae4-40db55d8cf0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GenerationTime" minOccurs="0"/>
                <xsd:element ref="ns3:MediaServiceEventHashCode" minOccurs="0"/>
                <xsd:element ref="ns3:MediaServiceOCR" minOccurs="0"/>
                <xsd:element ref="ns3:MediaServiceLocation" minOccurs="0"/>
                <xsd:element ref="ns3:_Flow_SignoffStatus" minOccurs="0"/>
                <xsd:element ref="ns3:Emplacement" minOccurs="0"/>
                <xsd:element ref="ns3:b8af5aa6-bc61-4e7d-84a8-67b768f974b6CountryOrRegion" minOccurs="0"/>
                <xsd:element ref="ns3:b8af5aa6-bc61-4e7d-84a8-67b768f974b6State" minOccurs="0"/>
                <xsd:element ref="ns3:b8af5aa6-bc61-4e7d-84a8-67b768f974b6City" minOccurs="0"/>
                <xsd:element ref="ns3:b8af5aa6-bc61-4e7d-84a8-67b768f974b6PostalCode" minOccurs="0"/>
                <xsd:element ref="ns3:b8af5aa6-bc61-4e7d-84a8-67b768f974b6Street" minOccurs="0"/>
                <xsd:element ref="ns3:b8af5aa6-bc61-4e7d-84a8-67b768f974b6GeoLoc" minOccurs="0"/>
                <xsd:element ref="ns3:b8af5aa6-bc61-4e7d-84a8-67b768f974b6DispName" minOccurs="0"/>
                <xsd:element ref="ns3:MediaServiceObjectDetectorVersions" minOccurs="0"/>
                <xsd:element ref="ns3:MediaServiceSearchProperties" minOccurs="0"/>
                <xsd:element ref="ns3:Statut" minOccurs="0"/>
                <xsd:element ref="ns3:Commentair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f659d8-58da-4900-9636-a5017f42565e"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16" nillable="true" ma:displayName="Taxonomy Catch All Column" ma:hidden="true" ma:list="{ac3afce4-d27e-473c-96d9-fc27e811e0d2}" ma:internalName="TaxCatchAll" ma:showField="CatchAllData" ma:web="cbf659d8-58da-4900-9636-a5017f42565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c66d737-02be-42f4-8ae4-40db55d8cf0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f39e7669-e24a-427e-aa37-af683267205b"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_Flow_SignoffStatus" ma:index="21" nillable="true" ma:displayName="Sign-off status" ma:internalName="Sign_x002d_off_x0020_status">
      <xsd:simpleType>
        <xsd:restriction base="dms:Text"/>
      </xsd:simpleType>
    </xsd:element>
    <xsd:element name="Emplacement" ma:index="22" nillable="true" ma:displayName="Emplacement" ma:format="Dropdown" ma:internalName="Emplacement">
      <xsd:simpleType>
        <xsd:restriction base="dms:Unknown"/>
      </xsd:simpleType>
    </xsd:element>
    <xsd:element name="b8af5aa6-bc61-4e7d-84a8-67b768f974b6CountryOrRegion" ma:index="23" nillable="true" ma:displayName="Emplacement : Pays/région" ma:internalName="CountryOrRegion" ma:readOnly="true">
      <xsd:simpleType>
        <xsd:restriction base="dms:Text"/>
      </xsd:simpleType>
    </xsd:element>
    <xsd:element name="b8af5aa6-bc61-4e7d-84a8-67b768f974b6State" ma:index="24" nillable="true" ma:displayName="Emplacement : État" ma:internalName="State" ma:readOnly="true">
      <xsd:simpleType>
        <xsd:restriction base="dms:Text"/>
      </xsd:simpleType>
    </xsd:element>
    <xsd:element name="b8af5aa6-bc61-4e7d-84a8-67b768f974b6City" ma:index="25" nillable="true" ma:displayName="Emplacement : Ville" ma:internalName="City" ma:readOnly="true">
      <xsd:simpleType>
        <xsd:restriction base="dms:Text"/>
      </xsd:simpleType>
    </xsd:element>
    <xsd:element name="b8af5aa6-bc61-4e7d-84a8-67b768f974b6PostalCode" ma:index="26" nillable="true" ma:displayName="Emplacement : Code postal" ma:internalName="PostalCode" ma:readOnly="true">
      <xsd:simpleType>
        <xsd:restriction base="dms:Text"/>
      </xsd:simpleType>
    </xsd:element>
    <xsd:element name="b8af5aa6-bc61-4e7d-84a8-67b768f974b6Street" ma:index="27" nillable="true" ma:displayName="Emplacement : Rue" ma:internalName="Street" ma:readOnly="true">
      <xsd:simpleType>
        <xsd:restriction base="dms:Text"/>
      </xsd:simpleType>
    </xsd:element>
    <xsd:element name="b8af5aa6-bc61-4e7d-84a8-67b768f974b6GeoLoc" ma:index="28" nillable="true" ma:displayName="Emplacement : Coordonnées" ma:internalName="GeoLoc" ma:readOnly="true">
      <xsd:simpleType>
        <xsd:restriction base="dms:Unknown"/>
      </xsd:simpleType>
    </xsd:element>
    <xsd:element name="b8af5aa6-bc61-4e7d-84a8-67b768f974b6DispName" ma:index="29" nillable="true" ma:displayName="Emplacement : nom" ma:internalName="DispName" ma:readOnly="true">
      <xsd:simpleType>
        <xsd:restriction base="dms:Text"/>
      </xsd:simpleType>
    </xsd:element>
    <xsd:element name="MediaServiceObjectDetectorVersions" ma:index="30"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Statut" ma:index="32" nillable="true" ma:displayName="Statut" ma:format="Dropdown" ma:internalName="Statut">
      <xsd:simpleType>
        <xsd:restriction base="dms:Choice">
          <xsd:enumeration value="CV à valider"/>
          <xsd:enumeration value="CV à MAJ"/>
          <xsd:enumeration value="CV Validé"/>
          <xsd:enumeration value="CV en cours"/>
          <xsd:enumeration value="CV à initier"/>
        </xsd:restriction>
      </xsd:simpleType>
    </xsd:element>
    <xsd:element name="Commentaire" ma:index="33" nillable="true" ma:displayName="Commentaire" ma:format="Dropdown" ma:internalName="Commentair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70025F-12D7-4643-8310-0BEAE48F2A03}">
  <ds:schemaRefs>
    <ds:schemaRef ds:uri="http://schemas.microsoft.com/sharepoint/v3/contenttype/forms"/>
  </ds:schemaRefs>
</ds:datastoreItem>
</file>

<file path=customXml/itemProps2.xml><?xml version="1.0" encoding="utf-8"?>
<ds:datastoreItem xmlns:ds="http://schemas.openxmlformats.org/officeDocument/2006/customXml" ds:itemID="{8306361A-9136-4151-92A1-7BEDC48B7309}">
  <ds:schemaRefs>
    <ds:schemaRef ds:uri="cbf659d8-58da-4900-9636-a5017f42565e"/>
    <ds:schemaRef ds:uri="http://purl.org/dc/elements/1.1/"/>
    <ds:schemaRef ds:uri="http://purl.org/dc/dcmitype/"/>
    <ds:schemaRef ds:uri="http://schemas.openxmlformats.org/package/2006/metadata/core-properties"/>
    <ds:schemaRef ds:uri="http://purl.org/dc/terms/"/>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0c66d737-02be-42f4-8ae4-40db55d8cf05"/>
  </ds:schemaRefs>
</ds:datastoreItem>
</file>

<file path=customXml/itemProps3.xml><?xml version="1.0" encoding="utf-8"?>
<ds:datastoreItem xmlns:ds="http://schemas.openxmlformats.org/officeDocument/2006/customXml" ds:itemID="{79B00FDE-7FB9-4273-81FB-9A053E9F009A}"/>
</file>

<file path=docProps/app.xml><?xml version="1.0" encoding="utf-8"?>
<Properties xmlns="http://schemas.openxmlformats.org/officeDocument/2006/extended-properties" xmlns:vt="http://schemas.openxmlformats.org/officeDocument/2006/docPropsVTypes">
  <Template>2023 - Référencement ENGIE BU BtoC - Quadratic V0.1</Template>
  <TotalTime>9792</TotalTime>
  <Words>494</Words>
  <Application>Microsoft Office PowerPoint</Application>
  <PresentationFormat>Grand écran</PresentationFormat>
  <Paragraphs>64</Paragraphs>
  <Slides>4</Slides>
  <Notes>0</Notes>
  <HiddenSlides>0</HiddenSlides>
  <MMClips>0</MMClips>
  <ScaleCrop>false</ScaleCrop>
  <HeadingPairs>
    <vt:vector size="6" baseType="variant">
      <vt:variant>
        <vt:lpstr>Polices utilisées</vt:lpstr>
      </vt:variant>
      <vt:variant>
        <vt:i4>6</vt:i4>
      </vt:variant>
      <vt:variant>
        <vt:lpstr>Thème</vt:lpstr>
      </vt:variant>
      <vt:variant>
        <vt:i4>5</vt:i4>
      </vt:variant>
      <vt:variant>
        <vt:lpstr>Titres des diapositives</vt:lpstr>
      </vt:variant>
      <vt:variant>
        <vt:i4>4</vt:i4>
      </vt:variant>
    </vt:vector>
  </HeadingPairs>
  <TitlesOfParts>
    <vt:vector size="15" baseType="lpstr">
      <vt:lpstr>Arial</vt:lpstr>
      <vt:lpstr>Barlow</vt:lpstr>
      <vt:lpstr>Barlow Black</vt:lpstr>
      <vt:lpstr>Barlow Light</vt:lpstr>
      <vt:lpstr>Calibri</vt:lpstr>
      <vt:lpstr>Gill Sans</vt:lpstr>
      <vt:lpstr>Vert</vt:lpstr>
      <vt:lpstr>Mauve</vt:lpstr>
      <vt:lpstr>Bleu</vt:lpstr>
      <vt:lpstr>Jaune</vt:lpstr>
      <vt:lpstr>Saumon</vt:lpstr>
      <vt:lpstr>Quadratic Data  Test de recrutement</vt:lpstr>
      <vt:lpstr>Modèle de données</vt:lpstr>
      <vt:lpstr>Chiffre d’affaires par Pays</vt:lpstr>
      <vt:lpstr>Marge par Produit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ENGIE – Business Unit BtoC Data Science, BI, Data management, Data marketing</dc:title>
  <dc:creator>Julien Ingé</dc:creator>
  <cp:lastModifiedBy>Julien Ingé</cp:lastModifiedBy>
  <cp:revision>49</cp:revision>
  <cp:lastPrinted>2023-11-29T15:14:09Z</cp:lastPrinted>
  <dcterms:created xsi:type="dcterms:W3CDTF">2023-10-18T15:18:03Z</dcterms:created>
  <dcterms:modified xsi:type="dcterms:W3CDTF">2024-01-09T17:36:35Z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0x0101008BC3045C14EB7E4B93C35448B16BBA33</vt:lpwstr>
  </property>
  <property fmtid="{D5CDD505-2E9C-101B-9397-08002B2CF9AE}" pid="3" name="MediaServiceImageTags">
    <vt:lpwstr/>
  </property>
</Properties>
</file>